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891200" cy="32918400"/>
  <p:notesSz cx="32918400" cy="51206400"/>
  <p:defaultTextStyle>
    <a:defPPr>
      <a:defRPr lang="en-US"/>
    </a:defPPr>
    <a:lvl1pPr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1pPr>
    <a:lvl2pPr marL="4572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2pPr>
    <a:lvl3pPr marL="9144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3pPr>
    <a:lvl4pPr marL="13716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4pPr>
    <a:lvl5pPr marL="18288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5pPr>
    <a:lvl6pPr marL="22860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6pPr>
    <a:lvl7pPr marL="27432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7pPr>
    <a:lvl8pPr marL="32004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8pPr>
    <a:lvl9pPr marL="36576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717" userDrawn="1">
          <p15:clr>
            <a:srgbClr val="A4A3A4"/>
          </p15:clr>
        </p15:guide>
        <p15:guide id="2" orient="horz" pos="19632" userDrawn="1">
          <p15:clr>
            <a:srgbClr val="A4A3A4"/>
          </p15:clr>
        </p15:guide>
        <p15:guide id="3" orient="horz" pos="3729" userDrawn="1">
          <p15:clr>
            <a:srgbClr val="A4A3A4"/>
          </p15:clr>
        </p15:guide>
        <p15:guide id="4" orient="horz" pos="2129" userDrawn="1">
          <p15:clr>
            <a:srgbClr val="A4A3A4"/>
          </p15:clr>
        </p15:guide>
        <p15:guide id="5" pos="6376" userDrawn="1">
          <p15:clr>
            <a:srgbClr val="A4A3A4"/>
          </p15:clr>
        </p15:guide>
        <p15:guide id="6" pos="7210" userDrawn="1">
          <p15:clr>
            <a:srgbClr val="A4A3A4"/>
          </p15:clr>
        </p15:guide>
        <p15:guide id="7" pos="13124" userDrawn="1">
          <p15:clr>
            <a:srgbClr val="A4A3A4"/>
          </p15:clr>
        </p15:guide>
        <p15:guide id="8" pos="21030" userDrawn="1">
          <p15:clr>
            <a:srgbClr val="A4A3A4"/>
          </p15:clr>
        </p15:guide>
        <p15:guide id="9" pos="986" userDrawn="1">
          <p15:clr>
            <a:srgbClr val="A4A3A4"/>
          </p15:clr>
        </p15:guide>
        <p15:guide id="10" pos="13997" userDrawn="1">
          <p15:clr>
            <a:srgbClr val="A4A3A4"/>
          </p15:clr>
        </p15:guide>
        <p15:guide id="11" pos="20197" userDrawn="1">
          <p15:clr>
            <a:srgbClr val="A4A3A4"/>
          </p15:clr>
        </p15:guide>
        <p15:guide id="12" pos="264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105234-3D23-425E-A3E6-0828DECEDE88}" v="47" dt="2026-02-25T00:27:09.1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p:scale>
          <a:sx n="50" d="100"/>
          <a:sy n="50" d="100"/>
        </p:scale>
        <p:origin x="-3086" y="-326"/>
      </p:cViewPr>
      <p:guideLst>
        <p:guide orient="horz" pos="717"/>
        <p:guide orient="horz" pos="19632"/>
        <p:guide orient="horz" pos="3729"/>
        <p:guide orient="horz" pos="2129"/>
        <p:guide pos="6376"/>
        <p:guide pos="7210"/>
        <p:guide pos="13124"/>
        <p:guide pos="21030"/>
        <p:guide pos="986"/>
        <p:guide pos="13997"/>
        <p:guide pos="20197"/>
        <p:guide pos="26461"/>
      </p:guideLst>
    </p:cSldViewPr>
  </p:slideViewPr>
  <p:outlineViewPr>
    <p:cViewPr>
      <p:scale>
        <a:sx n="33" d="100"/>
        <a:sy n="33" d="100"/>
      </p:scale>
      <p:origin x="0" y="0"/>
    </p:cViewPr>
  </p:outlin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ika vemana" userId="1c6e190134aad390" providerId="LiveId" clId="{1F6889D3-2899-4BFD-9D96-D065A4802584}"/>
    <pc:docChg chg="undo custSel modSld">
      <pc:chgData name="sarika vemana" userId="1c6e190134aad390" providerId="LiveId" clId="{1F6889D3-2899-4BFD-9D96-D065A4802584}" dt="2026-02-25T00:27:53.674" v="719" actId="207"/>
      <pc:docMkLst>
        <pc:docMk/>
      </pc:docMkLst>
      <pc:sldChg chg="addSp delSp modSp mod">
        <pc:chgData name="sarika vemana" userId="1c6e190134aad390" providerId="LiveId" clId="{1F6889D3-2899-4BFD-9D96-D065A4802584}" dt="2026-02-25T00:27:53.674" v="719" actId="207"/>
        <pc:sldMkLst>
          <pc:docMk/>
          <pc:sldMk cId="0" sldId="256"/>
        </pc:sldMkLst>
        <pc:spChg chg="add mod">
          <ac:chgData name="sarika vemana" userId="1c6e190134aad390" providerId="LiveId" clId="{1F6889D3-2899-4BFD-9D96-D065A4802584}" dt="2026-02-18T21:03:10.302" v="664" actId="13822"/>
          <ac:spMkLst>
            <pc:docMk/>
            <pc:sldMk cId="0" sldId="256"/>
            <ac:spMk id="17" creationId="{5AF9D99D-6ABD-A7F8-BC0A-A8F37A268647}"/>
          </ac:spMkLst>
        </pc:spChg>
        <pc:spChg chg="mod">
          <ac:chgData name="sarika vemana" userId="1c6e190134aad390" providerId="LiveId" clId="{1F6889D3-2899-4BFD-9D96-D065A4802584}" dt="2026-02-18T21:13:34.927" v="705" actId="20577"/>
          <ac:spMkLst>
            <pc:docMk/>
            <pc:sldMk cId="0" sldId="256"/>
            <ac:spMk id="18" creationId="{A935E618-4280-4637-1244-09E537B8D1E5}"/>
          </ac:spMkLst>
        </pc:spChg>
        <pc:spChg chg="mod">
          <ac:chgData name="sarika vemana" userId="1c6e190134aad390" providerId="LiveId" clId="{1F6889D3-2899-4BFD-9D96-D065A4802584}" dt="2026-02-18T21:04:28.802" v="680" actId="20577"/>
          <ac:spMkLst>
            <pc:docMk/>
            <pc:sldMk cId="0" sldId="256"/>
            <ac:spMk id="14340" creationId="{2004BF83-9D4F-5D88-8BD7-69CCBD469126}"/>
          </ac:spMkLst>
        </pc:spChg>
        <pc:spChg chg="mod">
          <ac:chgData name="sarika vemana" userId="1c6e190134aad390" providerId="LiveId" clId="{1F6889D3-2899-4BFD-9D96-D065A4802584}" dt="2026-02-18T20:57:22.960" v="651" actId="20577"/>
          <ac:spMkLst>
            <pc:docMk/>
            <pc:sldMk cId="0" sldId="256"/>
            <ac:spMk id="14341" creationId="{3D1EBF9B-B7BE-81DE-D151-F88A373A1CDA}"/>
          </ac:spMkLst>
        </pc:spChg>
        <pc:spChg chg="mod">
          <ac:chgData name="sarika vemana" userId="1c6e190134aad390" providerId="LiveId" clId="{1F6889D3-2899-4BFD-9D96-D065A4802584}" dt="2026-02-18T21:10:03.536" v="697" actId="113"/>
          <ac:spMkLst>
            <pc:docMk/>
            <pc:sldMk cId="0" sldId="256"/>
            <ac:spMk id="14342" creationId="{51BAEB22-291C-ADEE-0759-442167BA14D9}"/>
          </ac:spMkLst>
        </pc:spChg>
        <pc:spChg chg="mod">
          <ac:chgData name="sarika vemana" userId="1c6e190134aad390" providerId="LiveId" clId="{1F6889D3-2899-4BFD-9D96-D065A4802584}" dt="2026-02-25T00:27:53.674" v="719" actId="207"/>
          <ac:spMkLst>
            <pc:docMk/>
            <pc:sldMk cId="0" sldId="256"/>
            <ac:spMk id="14343" creationId="{FEEA7473-7529-FABA-7D0E-C18F13F4C87B}"/>
          </ac:spMkLst>
        </pc:spChg>
        <pc:picChg chg="mod">
          <ac:chgData name="sarika vemana" userId="1c6e190134aad390" providerId="LiveId" clId="{1F6889D3-2899-4BFD-9D96-D065A4802584}" dt="2026-02-18T21:02:28.129" v="658" actId="1076"/>
          <ac:picMkLst>
            <pc:docMk/>
            <pc:sldMk cId="0" sldId="256"/>
            <ac:picMk id="7" creationId="{702A2AE5-20CD-DBDE-FF26-BB41F78DBAAE}"/>
          </ac:picMkLst>
        </pc:picChg>
        <pc:picChg chg="add mod">
          <ac:chgData name="sarika vemana" userId="1c6e190134aad390" providerId="LiveId" clId="{1F6889D3-2899-4BFD-9D96-D065A4802584}" dt="2026-02-18T20:57:39.957" v="654" actId="14100"/>
          <ac:picMkLst>
            <pc:docMk/>
            <pc:sldMk cId="0" sldId="256"/>
            <ac:picMk id="10" creationId="{C2E7ACF8-AA2A-0A45-9875-888CB4B960F6}"/>
          </ac:picMkLst>
        </pc:picChg>
        <pc:picChg chg="add mod">
          <ac:chgData name="sarika vemana" userId="1c6e190134aad390" providerId="LiveId" clId="{1F6889D3-2899-4BFD-9D96-D065A4802584}" dt="2026-02-18T20:54:53.868" v="642" actId="1076"/>
          <ac:picMkLst>
            <pc:docMk/>
            <pc:sldMk cId="0" sldId="256"/>
            <ac:picMk id="13" creationId="{DA5E7EA1-F5A5-EEC5-FB7F-C00479CBED0A}"/>
          </ac:picMkLst>
        </pc:picChg>
        <pc:picChg chg="add mod">
          <ac:chgData name="sarika vemana" userId="1c6e190134aad390" providerId="LiveId" clId="{1F6889D3-2899-4BFD-9D96-D065A4802584}" dt="2026-02-18T20:56:12.270" v="648" actId="1076"/>
          <ac:picMkLst>
            <pc:docMk/>
            <pc:sldMk cId="0" sldId="256"/>
            <ac:picMk id="15" creationId="{3A99E00C-E2DB-3F25-920E-43F10DFE97B5}"/>
          </ac:picMkLst>
        </pc:picChg>
        <pc:picChg chg="mod">
          <ac:chgData name="sarika vemana" userId="1c6e190134aad390" providerId="LiveId" clId="{1F6889D3-2899-4BFD-9D96-D065A4802584}" dt="2026-02-18T20:46:47.731" v="596" actId="1076"/>
          <ac:picMkLst>
            <pc:docMk/>
            <pc:sldMk cId="0" sldId="256"/>
            <ac:picMk id="16" creationId="{1301DBAB-C01B-897F-9979-AD87DA5138F1}"/>
          </ac:picMkLst>
        </pc:picChg>
        <pc:picChg chg="mod">
          <ac:chgData name="sarika vemana" userId="1c6e190134aad390" providerId="LiveId" clId="{1F6889D3-2899-4BFD-9D96-D065A4802584}" dt="2026-02-18T20:57:32.541" v="653" actId="14100"/>
          <ac:picMkLst>
            <pc:docMk/>
            <pc:sldMk cId="0" sldId="256"/>
            <ac:picMk id="30" creationId="{D666F0D5-A4BC-BC3C-1036-C26C5CB76A8E}"/>
          </ac:picMkLst>
        </pc:picChg>
        <pc:picChg chg="add mod">
          <ac:chgData name="sarika vemana" userId="1c6e190134aad390" providerId="LiveId" clId="{1F6889D3-2899-4BFD-9D96-D065A4802584}" dt="2026-02-18T20:56:07.100" v="647" actId="1076"/>
          <ac:picMkLst>
            <pc:docMk/>
            <pc:sldMk cId="0" sldId="256"/>
            <ac:picMk id="37" creationId="{21EAA24D-E5A4-6789-1B1F-A6055A1ABB9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701B41-884C-BBF8-506A-936D9A6C3C5B}"/>
              </a:ext>
            </a:extLst>
          </p:cNvPr>
          <p:cNvSpPr>
            <a:spLocks noGrp="1"/>
          </p:cNvSpPr>
          <p:nvPr>
            <p:ph type="hdr" sz="quarter"/>
          </p:nvPr>
        </p:nvSpPr>
        <p:spPr>
          <a:xfrm>
            <a:off x="0" y="0"/>
            <a:ext cx="14265275" cy="2560638"/>
          </a:xfrm>
          <a:prstGeom prst="rect">
            <a:avLst/>
          </a:prstGeom>
        </p:spPr>
        <p:txBody>
          <a:bodyPr vert="horz" wrap="square" lIns="91440" tIns="45720" rIns="91440" bIns="45720" numCol="1" anchor="t" anchorCtr="0" compatLnSpc="1">
            <a:prstTxWarp prst="textNoShape">
              <a:avLst/>
            </a:prstTxWarp>
          </a:bodyPr>
          <a:lstStyle>
            <a:lvl1pPr>
              <a:defRPr sz="1200">
                <a:latin typeface="Calibri"/>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962BA387-BF44-03AA-9D01-4EAB0D56BD8A}"/>
              </a:ext>
            </a:extLst>
          </p:cNvPr>
          <p:cNvSpPr>
            <a:spLocks noGrp="1"/>
          </p:cNvSpPr>
          <p:nvPr>
            <p:ph type="dt" idx="1"/>
          </p:nvPr>
        </p:nvSpPr>
        <p:spPr>
          <a:xfrm>
            <a:off x="18646775" y="0"/>
            <a:ext cx="14263688" cy="2560638"/>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C59D76ED-0B13-8E48-95C1-D04E5E6B4F3C}" type="datetime1">
              <a:rPr lang="en-US" altLang="en-US"/>
              <a:pPr/>
              <a:t>2/24/2026</a:t>
            </a:fld>
            <a:endParaRPr lang="en-US" altLang="en-US"/>
          </a:p>
        </p:txBody>
      </p:sp>
      <p:sp>
        <p:nvSpPr>
          <p:cNvPr id="4" name="Slide Image Placeholder 3">
            <a:extLst>
              <a:ext uri="{FF2B5EF4-FFF2-40B4-BE49-F238E27FC236}">
                <a16:creationId xmlns:a16="http://schemas.microsoft.com/office/drawing/2014/main" id="{B54291CC-40FE-40EE-08BE-FB95BBEA5CF9}"/>
              </a:ext>
            </a:extLst>
          </p:cNvPr>
          <p:cNvSpPr>
            <a:spLocks noGrp="1" noRot="1" noChangeAspect="1"/>
          </p:cNvSpPr>
          <p:nvPr>
            <p:ph type="sldImg" idx="2"/>
          </p:nvPr>
        </p:nvSpPr>
        <p:spPr>
          <a:xfrm>
            <a:off x="3657600" y="3840163"/>
            <a:ext cx="25603200" cy="192024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a:extLst>
              <a:ext uri="{FF2B5EF4-FFF2-40B4-BE49-F238E27FC236}">
                <a16:creationId xmlns:a16="http://schemas.microsoft.com/office/drawing/2014/main" id="{12DE383B-2ACF-0462-C160-CC4154D7149C}"/>
              </a:ext>
            </a:extLst>
          </p:cNvPr>
          <p:cNvSpPr>
            <a:spLocks noGrp="1"/>
          </p:cNvSpPr>
          <p:nvPr>
            <p:ph type="body" sz="quarter" idx="3"/>
          </p:nvPr>
        </p:nvSpPr>
        <p:spPr>
          <a:xfrm>
            <a:off x="3292475" y="24323675"/>
            <a:ext cx="26333450" cy="23042563"/>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CA1E974-77D7-5808-8400-2F0536208E5B}"/>
              </a:ext>
            </a:extLst>
          </p:cNvPr>
          <p:cNvSpPr>
            <a:spLocks noGrp="1"/>
          </p:cNvSpPr>
          <p:nvPr>
            <p:ph type="ftr" sz="quarter" idx="4"/>
          </p:nvPr>
        </p:nvSpPr>
        <p:spPr>
          <a:xfrm>
            <a:off x="0" y="48637825"/>
            <a:ext cx="14265275" cy="2559050"/>
          </a:xfrm>
          <a:prstGeom prst="rect">
            <a:avLst/>
          </a:prstGeom>
        </p:spPr>
        <p:txBody>
          <a:bodyPr vert="horz" wrap="square" lIns="91440" tIns="45720" rIns="91440" bIns="45720" numCol="1" anchor="b" anchorCtr="0" compatLnSpc="1">
            <a:prstTxWarp prst="textNoShape">
              <a:avLst/>
            </a:prstTxWarp>
          </a:bodyPr>
          <a:lstStyle>
            <a:lvl1pPr>
              <a:defRPr sz="1200">
                <a:latin typeface="Calibri"/>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02445726-0523-B495-70C5-E9D359E6C8AE}"/>
              </a:ext>
            </a:extLst>
          </p:cNvPr>
          <p:cNvSpPr>
            <a:spLocks noGrp="1"/>
          </p:cNvSpPr>
          <p:nvPr>
            <p:ph type="sldNum" sz="quarter" idx="5"/>
          </p:nvPr>
        </p:nvSpPr>
        <p:spPr>
          <a:xfrm>
            <a:off x="18646775" y="48637825"/>
            <a:ext cx="14263688" cy="255905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10B0FB6-6D1A-E64E-BA21-1213AE68C7E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pitchFamily="-11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a:extLst>
              <a:ext uri="{FF2B5EF4-FFF2-40B4-BE49-F238E27FC236}">
                <a16:creationId xmlns:a16="http://schemas.microsoft.com/office/drawing/2014/main" id="{80C4016E-7E02-BF7E-585E-E2F3978A9E70}"/>
              </a:ext>
            </a:extLst>
          </p:cNvPr>
          <p:cNvSpPr>
            <a:spLocks noGrp="1" noRot="1" noChangeAspect="1"/>
          </p:cNvSpPr>
          <p:nvPr>
            <p:ph type="sldImg"/>
          </p:nvPr>
        </p:nvSpPr>
        <p:spPr bwMode="auto">
          <a:xfrm>
            <a:off x="3657600" y="3840163"/>
            <a:ext cx="25603200" cy="19202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2" name="Notes Placeholder 2">
            <a:extLst>
              <a:ext uri="{FF2B5EF4-FFF2-40B4-BE49-F238E27FC236}">
                <a16:creationId xmlns:a16="http://schemas.microsoft.com/office/drawing/2014/main" id="{32074B44-83F3-3174-8744-980A54FF6D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9600">
              <a:solidFill>
                <a:srgbClr val="000000"/>
              </a:solidFill>
              <a:ea typeface="ＭＳ Ｐゴシック" panose="020B0600070205080204" pitchFamily="34" charset="-128"/>
            </a:endParaRPr>
          </a:p>
        </p:txBody>
      </p:sp>
      <p:sp>
        <p:nvSpPr>
          <p:cNvPr id="15363" name="Slide Number Placeholder 3">
            <a:extLst>
              <a:ext uri="{FF2B5EF4-FFF2-40B4-BE49-F238E27FC236}">
                <a16:creationId xmlns:a16="http://schemas.microsoft.com/office/drawing/2014/main" id="{FEE2DBF1-2BAE-030A-B190-1F835088962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Helvetica" pitchFamily="2" charset="0"/>
                <a:ea typeface="ＭＳ Ｐゴシック" panose="020B0600070205080204" pitchFamily="34" charset="-128"/>
              </a:defRPr>
            </a:lvl1pPr>
            <a:lvl2pPr marL="742950" indent="-285750" eaLnBrk="0" hangingPunct="0">
              <a:defRPr sz="3200">
                <a:solidFill>
                  <a:schemeClr val="tx1"/>
                </a:solidFill>
                <a:latin typeface="Helvetica" pitchFamily="2" charset="0"/>
                <a:ea typeface="ＭＳ Ｐゴシック" panose="020B0600070205080204" pitchFamily="34" charset="-128"/>
              </a:defRPr>
            </a:lvl2pPr>
            <a:lvl3pPr marL="1143000" indent="-228600" eaLnBrk="0" hangingPunct="0">
              <a:defRPr sz="3200">
                <a:solidFill>
                  <a:schemeClr val="tx1"/>
                </a:solidFill>
                <a:latin typeface="Helvetica" pitchFamily="2" charset="0"/>
                <a:ea typeface="ＭＳ Ｐゴシック" panose="020B0600070205080204" pitchFamily="34" charset="-128"/>
              </a:defRPr>
            </a:lvl3pPr>
            <a:lvl4pPr marL="1600200" indent="-228600" eaLnBrk="0" hangingPunct="0">
              <a:defRPr sz="3200">
                <a:solidFill>
                  <a:schemeClr val="tx1"/>
                </a:solidFill>
                <a:latin typeface="Helvetica" pitchFamily="2" charset="0"/>
                <a:ea typeface="ＭＳ Ｐゴシック" panose="020B0600070205080204" pitchFamily="34" charset="-128"/>
              </a:defRPr>
            </a:lvl4pPr>
            <a:lvl5pPr marL="2057400" indent="-228600" eaLnBrk="0" hangingPunct="0">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9pPr>
          </a:lstStyle>
          <a:p>
            <a:pPr eaLnBrk="1" hangingPunct="1"/>
            <a:fld id="{305E23D9-8A8A-8744-A46F-2BC06A586DEF}" type="slidenum">
              <a:rPr lang="en-US" altLang="en-US" sz="1200">
                <a:latin typeface="Calibri" panose="020F0502020204030204" pitchFamily="34" charset="0"/>
              </a:rPr>
              <a:pPr eaLnBrk="1" hangingPunct="1"/>
              <a:t>1</a:t>
            </a:fld>
            <a:endParaRPr lang="en-US" altLang="en-US" sz="120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570" y="10226675"/>
            <a:ext cx="37308064" cy="7054850"/>
          </a:xfrm>
        </p:spPr>
        <p:txBody>
          <a:bodyPr/>
          <a:lstStyle/>
          <a:p>
            <a:r>
              <a:rPr lang="en-US"/>
              <a:t>Click to edit Master title style</a:t>
            </a:r>
          </a:p>
        </p:txBody>
      </p:sp>
      <p:sp>
        <p:nvSpPr>
          <p:cNvPr id="3" name="Subtitle 2"/>
          <p:cNvSpPr>
            <a:spLocks noGrp="1"/>
          </p:cNvSpPr>
          <p:nvPr>
            <p:ph type="subTitle" idx="1"/>
          </p:nvPr>
        </p:nvSpPr>
        <p:spPr>
          <a:xfrm>
            <a:off x="6583136" y="18653126"/>
            <a:ext cx="30724929" cy="8413750"/>
          </a:xfrm>
        </p:spPr>
        <p:txBody>
          <a:bodyPr/>
          <a:lstStyle>
            <a:lvl1pPr marL="0" indent="0" algn="ctr">
              <a:buNone/>
              <a:defRPr/>
            </a:lvl1pPr>
            <a:lvl2pPr marL="391866" indent="0" algn="ctr">
              <a:buNone/>
              <a:defRPr/>
            </a:lvl2pPr>
            <a:lvl3pPr marL="783732" indent="0" algn="ctr">
              <a:buNone/>
              <a:defRPr/>
            </a:lvl3pPr>
            <a:lvl4pPr marL="1175598" indent="0" algn="ctr">
              <a:buNone/>
              <a:defRPr/>
            </a:lvl4pPr>
            <a:lvl5pPr marL="1567464" indent="0" algn="ctr">
              <a:buNone/>
              <a:defRPr/>
            </a:lvl5pPr>
            <a:lvl6pPr marL="1959331" indent="0" algn="ctr">
              <a:buNone/>
              <a:defRPr/>
            </a:lvl6pPr>
            <a:lvl7pPr marL="2351197" indent="0" algn="ctr">
              <a:buNone/>
              <a:defRPr/>
            </a:lvl7pPr>
            <a:lvl8pPr marL="2743063" indent="0" algn="ctr">
              <a:buNone/>
              <a:defRPr/>
            </a:lvl8pPr>
            <a:lvl9pPr marL="3134929"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6E47FA77-3320-6816-DD9E-CA5861AF581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BE07E52-070B-78DD-460E-B7A52EB0C6F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7F9742F-419F-3A20-B414-A4C6AA4DD6A2}"/>
              </a:ext>
            </a:extLst>
          </p:cNvPr>
          <p:cNvSpPr>
            <a:spLocks noGrp="1" noChangeArrowheads="1"/>
          </p:cNvSpPr>
          <p:nvPr>
            <p:ph type="sldNum" sz="quarter" idx="12"/>
          </p:nvPr>
        </p:nvSpPr>
        <p:spPr>
          <a:ln/>
        </p:spPr>
        <p:txBody>
          <a:bodyPr/>
          <a:lstStyle>
            <a:lvl1pPr>
              <a:defRPr/>
            </a:lvl1pPr>
          </a:lstStyle>
          <a:p>
            <a:fld id="{AE8FCE80-06FD-F947-AC9E-74B361E2DFAB}" type="slidenum">
              <a:rPr lang="en-US" altLang="en-US"/>
              <a:pPr/>
              <a:t>‹#›</a:t>
            </a:fld>
            <a:endParaRPr lang="en-US" altLang="en-US"/>
          </a:p>
        </p:txBody>
      </p:sp>
    </p:spTree>
    <p:extLst>
      <p:ext uri="{BB962C8B-B14F-4D97-AF65-F5344CB8AC3E}">
        <p14:creationId xmlns:p14="http://schemas.microsoft.com/office/powerpoint/2010/main" val="2903472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6926144-C9A6-C6E9-A7C4-E265C74494E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D96CE93-F9B4-44C0-03ED-9053C6D949D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2C1B96A-B5A9-5D2A-9668-36B04A629B16}"/>
              </a:ext>
            </a:extLst>
          </p:cNvPr>
          <p:cNvSpPr>
            <a:spLocks noGrp="1" noChangeArrowheads="1"/>
          </p:cNvSpPr>
          <p:nvPr>
            <p:ph type="sldNum" sz="quarter" idx="12"/>
          </p:nvPr>
        </p:nvSpPr>
        <p:spPr>
          <a:ln/>
        </p:spPr>
        <p:txBody>
          <a:bodyPr/>
          <a:lstStyle>
            <a:lvl1pPr>
              <a:defRPr/>
            </a:lvl1pPr>
          </a:lstStyle>
          <a:p>
            <a:fld id="{1E6D51AF-6A7F-6348-AEBB-DC6D62E7EEF0}" type="slidenum">
              <a:rPr lang="en-US" altLang="en-US"/>
              <a:pPr/>
              <a:t>‹#›</a:t>
            </a:fld>
            <a:endParaRPr lang="en-US" altLang="en-US"/>
          </a:p>
        </p:txBody>
      </p:sp>
    </p:spTree>
    <p:extLst>
      <p:ext uri="{BB962C8B-B14F-4D97-AF65-F5344CB8AC3E}">
        <p14:creationId xmlns:p14="http://schemas.microsoft.com/office/powerpoint/2010/main" val="1211266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21153439"/>
            <a:ext cx="37308064" cy="6537325"/>
          </a:xfrm>
        </p:spPr>
        <p:txBody>
          <a:bodyPr anchor="t"/>
          <a:lstStyle>
            <a:lvl1pPr algn="l">
              <a:defRPr sz="3428" b="1" cap="all"/>
            </a:lvl1pPr>
          </a:lstStyle>
          <a:p>
            <a:r>
              <a:rPr lang="en-US"/>
              <a:t>Click to edit Master title style</a:t>
            </a:r>
          </a:p>
        </p:txBody>
      </p:sp>
      <p:sp>
        <p:nvSpPr>
          <p:cNvPr id="3" name="Text Placeholder 2"/>
          <p:cNvSpPr>
            <a:spLocks noGrp="1"/>
          </p:cNvSpPr>
          <p:nvPr>
            <p:ph type="body" idx="1"/>
          </p:nvPr>
        </p:nvSpPr>
        <p:spPr>
          <a:xfrm>
            <a:off x="3467101" y="13952539"/>
            <a:ext cx="37308064" cy="7200900"/>
          </a:xfrm>
        </p:spPr>
        <p:txBody>
          <a:bodyPr anchor="b"/>
          <a:lstStyle>
            <a:lvl1pPr marL="0" indent="0">
              <a:buNone/>
              <a:defRPr sz="1714"/>
            </a:lvl1pPr>
            <a:lvl2pPr marL="391866" indent="0">
              <a:buNone/>
              <a:defRPr sz="1543"/>
            </a:lvl2pPr>
            <a:lvl3pPr marL="783732" indent="0">
              <a:buNone/>
              <a:defRPr sz="1371"/>
            </a:lvl3pPr>
            <a:lvl4pPr marL="1175598" indent="0">
              <a:buNone/>
              <a:defRPr sz="1200"/>
            </a:lvl4pPr>
            <a:lvl5pPr marL="1567464" indent="0">
              <a:buNone/>
              <a:defRPr sz="1200"/>
            </a:lvl5pPr>
            <a:lvl6pPr marL="1959331" indent="0">
              <a:buNone/>
              <a:defRPr sz="1200"/>
            </a:lvl6pPr>
            <a:lvl7pPr marL="2351197" indent="0">
              <a:buNone/>
              <a:defRPr sz="1200"/>
            </a:lvl7pPr>
            <a:lvl8pPr marL="2743063" indent="0">
              <a:buNone/>
              <a:defRPr sz="1200"/>
            </a:lvl8pPr>
            <a:lvl9pPr marL="3134929" indent="0">
              <a:buNone/>
              <a:defRPr sz="1200"/>
            </a:lvl9pPr>
          </a:lstStyle>
          <a:p>
            <a:pPr lvl="0"/>
            <a:r>
              <a:rPr lang="en-US"/>
              <a:t>Click to edit Master text styles</a:t>
            </a:r>
          </a:p>
        </p:txBody>
      </p:sp>
      <p:sp>
        <p:nvSpPr>
          <p:cNvPr id="4" name="Rectangle 4">
            <a:extLst>
              <a:ext uri="{FF2B5EF4-FFF2-40B4-BE49-F238E27FC236}">
                <a16:creationId xmlns:a16="http://schemas.microsoft.com/office/drawing/2014/main" id="{DB05D977-56DC-69DD-23AF-4ABF5DD4109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22F961F-A46C-8EDB-9B2E-082B353F67A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B8AD259-0697-D60D-E116-59C5B30EE5BD}"/>
              </a:ext>
            </a:extLst>
          </p:cNvPr>
          <p:cNvSpPr>
            <a:spLocks noGrp="1" noChangeArrowheads="1"/>
          </p:cNvSpPr>
          <p:nvPr>
            <p:ph type="sldNum" sz="quarter" idx="12"/>
          </p:nvPr>
        </p:nvSpPr>
        <p:spPr>
          <a:ln/>
        </p:spPr>
        <p:txBody>
          <a:bodyPr/>
          <a:lstStyle>
            <a:lvl1pPr>
              <a:defRPr/>
            </a:lvl1pPr>
          </a:lstStyle>
          <a:p>
            <a:fld id="{EC2CA73A-CD60-BA44-8592-EF34EDBC8827}" type="slidenum">
              <a:rPr lang="en-US" altLang="en-US"/>
              <a:pPr/>
              <a:t>‹#›</a:t>
            </a:fld>
            <a:endParaRPr lang="en-US" altLang="en-US"/>
          </a:p>
        </p:txBody>
      </p:sp>
    </p:spTree>
    <p:extLst>
      <p:ext uri="{BB962C8B-B14F-4D97-AF65-F5344CB8AC3E}">
        <p14:creationId xmlns:p14="http://schemas.microsoft.com/office/powerpoint/2010/main" val="9186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91570" y="9510714"/>
            <a:ext cx="18588717" cy="19750087"/>
          </a:xfrm>
        </p:spPr>
        <p:txBody>
          <a:bodyPr/>
          <a:lstStyle>
            <a:lvl1pPr>
              <a:defRPr sz="2400"/>
            </a:lvl1pPr>
            <a:lvl2pPr>
              <a:defRPr sz="2057"/>
            </a:lvl2pPr>
            <a:lvl3pPr>
              <a:defRPr sz="1714"/>
            </a:lvl3pPr>
            <a:lvl4pPr>
              <a:defRPr sz="1543"/>
            </a:lvl4pPr>
            <a:lvl5pPr>
              <a:defRPr sz="1543"/>
            </a:lvl5pPr>
            <a:lvl6pPr>
              <a:defRPr sz="1543"/>
            </a:lvl6pPr>
            <a:lvl7pPr>
              <a:defRPr sz="1543"/>
            </a:lvl7pPr>
            <a:lvl8pPr>
              <a:defRPr sz="1543"/>
            </a:lvl8pPr>
            <a:lvl9pPr>
              <a:defRPr sz="15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0914" y="9510714"/>
            <a:ext cx="18588718" cy="19750087"/>
          </a:xfrm>
        </p:spPr>
        <p:txBody>
          <a:bodyPr/>
          <a:lstStyle>
            <a:lvl1pPr>
              <a:defRPr sz="2400"/>
            </a:lvl1pPr>
            <a:lvl2pPr>
              <a:defRPr sz="2057"/>
            </a:lvl2pPr>
            <a:lvl3pPr>
              <a:defRPr sz="1714"/>
            </a:lvl3pPr>
            <a:lvl4pPr>
              <a:defRPr sz="1543"/>
            </a:lvl4pPr>
            <a:lvl5pPr>
              <a:defRPr sz="1543"/>
            </a:lvl5pPr>
            <a:lvl6pPr>
              <a:defRPr sz="1543"/>
            </a:lvl6pPr>
            <a:lvl7pPr>
              <a:defRPr sz="1543"/>
            </a:lvl7pPr>
            <a:lvl8pPr>
              <a:defRPr sz="1543"/>
            </a:lvl8pPr>
            <a:lvl9pPr>
              <a:defRPr sz="15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34BB650-43DB-52ED-0C10-79A8B43C699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0EFE034-2CF5-FED6-F223-CD5B7D269B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C1F0E23-8E4D-171B-5943-82666F547623}"/>
              </a:ext>
            </a:extLst>
          </p:cNvPr>
          <p:cNvSpPr>
            <a:spLocks noGrp="1" noChangeArrowheads="1"/>
          </p:cNvSpPr>
          <p:nvPr>
            <p:ph type="sldNum" sz="quarter" idx="12"/>
          </p:nvPr>
        </p:nvSpPr>
        <p:spPr>
          <a:ln/>
        </p:spPr>
        <p:txBody>
          <a:bodyPr/>
          <a:lstStyle>
            <a:lvl1pPr>
              <a:defRPr/>
            </a:lvl1pPr>
          </a:lstStyle>
          <a:p>
            <a:fld id="{1E3AB204-B9C2-CD44-A158-5074E941652E}" type="slidenum">
              <a:rPr lang="en-US" altLang="en-US"/>
              <a:pPr/>
              <a:t>‹#›</a:t>
            </a:fld>
            <a:endParaRPr lang="en-US" altLang="en-US"/>
          </a:p>
        </p:txBody>
      </p:sp>
    </p:spTree>
    <p:extLst>
      <p:ext uri="{BB962C8B-B14F-4D97-AF65-F5344CB8AC3E}">
        <p14:creationId xmlns:p14="http://schemas.microsoft.com/office/powerpoint/2010/main" val="3370534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834" y="1317625"/>
            <a:ext cx="39501536"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833" y="7369176"/>
            <a:ext cx="19392900" cy="3070225"/>
          </a:xfrm>
        </p:spPr>
        <p:txBody>
          <a:bodyPr anchor="b"/>
          <a:lstStyle>
            <a:lvl1pPr marL="0" indent="0">
              <a:buNone/>
              <a:defRPr sz="2057" b="1"/>
            </a:lvl1pPr>
            <a:lvl2pPr marL="391866" indent="0">
              <a:buNone/>
              <a:defRPr sz="1714" b="1"/>
            </a:lvl2pPr>
            <a:lvl3pPr marL="783732" indent="0">
              <a:buNone/>
              <a:defRPr sz="1543" b="1"/>
            </a:lvl3pPr>
            <a:lvl4pPr marL="1175598" indent="0">
              <a:buNone/>
              <a:defRPr sz="1371" b="1"/>
            </a:lvl4pPr>
            <a:lvl5pPr marL="1567464" indent="0">
              <a:buNone/>
              <a:defRPr sz="1371" b="1"/>
            </a:lvl5pPr>
            <a:lvl6pPr marL="1959331" indent="0">
              <a:buNone/>
              <a:defRPr sz="1371" b="1"/>
            </a:lvl6pPr>
            <a:lvl7pPr marL="2351197" indent="0">
              <a:buNone/>
              <a:defRPr sz="1371" b="1"/>
            </a:lvl7pPr>
            <a:lvl8pPr marL="2743063" indent="0">
              <a:buNone/>
              <a:defRPr sz="1371" b="1"/>
            </a:lvl8pPr>
            <a:lvl9pPr marL="3134929" indent="0">
              <a:buNone/>
              <a:defRPr sz="1371" b="1"/>
            </a:lvl9pPr>
          </a:lstStyle>
          <a:p>
            <a:pPr lvl="0"/>
            <a:r>
              <a:rPr lang="en-US"/>
              <a:t>Click to edit Master text styles</a:t>
            </a:r>
          </a:p>
        </p:txBody>
      </p:sp>
      <p:sp>
        <p:nvSpPr>
          <p:cNvPr id="4" name="Content Placeholder 3"/>
          <p:cNvSpPr>
            <a:spLocks noGrp="1"/>
          </p:cNvSpPr>
          <p:nvPr>
            <p:ph sz="half" idx="2"/>
          </p:nvPr>
        </p:nvSpPr>
        <p:spPr>
          <a:xfrm>
            <a:off x="2194833" y="10439401"/>
            <a:ext cx="19392900" cy="18965863"/>
          </a:xfrm>
        </p:spPr>
        <p:txBody>
          <a:bodyPr/>
          <a:lstStyle>
            <a:lvl1pPr>
              <a:defRPr sz="2057"/>
            </a:lvl1pPr>
            <a:lvl2pPr>
              <a:defRPr sz="1714"/>
            </a:lvl2pPr>
            <a:lvl3pPr>
              <a:defRPr sz="1543"/>
            </a:lvl3pPr>
            <a:lvl4pPr>
              <a:defRPr sz="1371"/>
            </a:lvl4pPr>
            <a:lvl5pPr>
              <a:defRPr sz="1371"/>
            </a:lvl5pPr>
            <a:lvl6pPr>
              <a:defRPr sz="1371"/>
            </a:lvl6pPr>
            <a:lvl7pPr>
              <a:defRPr sz="1371"/>
            </a:lvl7pPr>
            <a:lvl8pPr>
              <a:defRPr sz="1371"/>
            </a:lvl8pPr>
            <a:lvl9pPr>
              <a:defRPr sz="137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664" y="7369176"/>
            <a:ext cx="19399704" cy="3070225"/>
          </a:xfrm>
        </p:spPr>
        <p:txBody>
          <a:bodyPr anchor="b"/>
          <a:lstStyle>
            <a:lvl1pPr marL="0" indent="0">
              <a:buNone/>
              <a:defRPr sz="2057" b="1"/>
            </a:lvl1pPr>
            <a:lvl2pPr marL="391866" indent="0">
              <a:buNone/>
              <a:defRPr sz="1714" b="1"/>
            </a:lvl2pPr>
            <a:lvl3pPr marL="783732" indent="0">
              <a:buNone/>
              <a:defRPr sz="1543" b="1"/>
            </a:lvl3pPr>
            <a:lvl4pPr marL="1175598" indent="0">
              <a:buNone/>
              <a:defRPr sz="1371" b="1"/>
            </a:lvl4pPr>
            <a:lvl5pPr marL="1567464" indent="0">
              <a:buNone/>
              <a:defRPr sz="1371" b="1"/>
            </a:lvl5pPr>
            <a:lvl6pPr marL="1959331" indent="0">
              <a:buNone/>
              <a:defRPr sz="1371" b="1"/>
            </a:lvl6pPr>
            <a:lvl7pPr marL="2351197" indent="0">
              <a:buNone/>
              <a:defRPr sz="1371" b="1"/>
            </a:lvl7pPr>
            <a:lvl8pPr marL="2743063" indent="0">
              <a:buNone/>
              <a:defRPr sz="1371" b="1"/>
            </a:lvl8pPr>
            <a:lvl9pPr marL="3134929" indent="0">
              <a:buNone/>
              <a:defRPr sz="1371" b="1"/>
            </a:lvl9pPr>
          </a:lstStyle>
          <a:p>
            <a:pPr lvl="0"/>
            <a:r>
              <a:rPr lang="en-US"/>
              <a:t>Click to edit Master text styles</a:t>
            </a:r>
          </a:p>
        </p:txBody>
      </p:sp>
      <p:sp>
        <p:nvSpPr>
          <p:cNvPr id="6" name="Content Placeholder 5"/>
          <p:cNvSpPr>
            <a:spLocks noGrp="1"/>
          </p:cNvSpPr>
          <p:nvPr>
            <p:ph sz="quarter" idx="4"/>
          </p:nvPr>
        </p:nvSpPr>
        <p:spPr>
          <a:xfrm>
            <a:off x="22296664" y="10439401"/>
            <a:ext cx="19399704" cy="18965863"/>
          </a:xfrm>
        </p:spPr>
        <p:txBody>
          <a:bodyPr/>
          <a:lstStyle>
            <a:lvl1pPr>
              <a:defRPr sz="2057"/>
            </a:lvl1pPr>
            <a:lvl2pPr>
              <a:defRPr sz="1714"/>
            </a:lvl2pPr>
            <a:lvl3pPr>
              <a:defRPr sz="1543"/>
            </a:lvl3pPr>
            <a:lvl4pPr>
              <a:defRPr sz="1371"/>
            </a:lvl4pPr>
            <a:lvl5pPr>
              <a:defRPr sz="1371"/>
            </a:lvl5pPr>
            <a:lvl6pPr>
              <a:defRPr sz="1371"/>
            </a:lvl6pPr>
            <a:lvl7pPr>
              <a:defRPr sz="1371"/>
            </a:lvl7pPr>
            <a:lvl8pPr>
              <a:defRPr sz="1371"/>
            </a:lvl8pPr>
            <a:lvl9pPr>
              <a:defRPr sz="137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16FC37D7-E65C-0361-E617-9EBB53D2EBE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30AFFB6-BE3B-D8A7-2BCA-DFB72A44038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8452525B-664A-B5B4-8744-C1350804ECAD}"/>
              </a:ext>
            </a:extLst>
          </p:cNvPr>
          <p:cNvSpPr>
            <a:spLocks noGrp="1" noChangeArrowheads="1"/>
          </p:cNvSpPr>
          <p:nvPr>
            <p:ph type="sldNum" sz="quarter" idx="12"/>
          </p:nvPr>
        </p:nvSpPr>
        <p:spPr>
          <a:ln/>
        </p:spPr>
        <p:txBody>
          <a:bodyPr/>
          <a:lstStyle>
            <a:lvl1pPr>
              <a:defRPr/>
            </a:lvl1pPr>
          </a:lstStyle>
          <a:p>
            <a:fld id="{CA73CD3B-35F2-7C4E-AFF6-AEF1DE5A3DEC}" type="slidenum">
              <a:rPr lang="en-US" altLang="en-US"/>
              <a:pPr/>
              <a:t>‹#›</a:t>
            </a:fld>
            <a:endParaRPr lang="en-US" altLang="en-US"/>
          </a:p>
        </p:txBody>
      </p:sp>
    </p:spTree>
    <p:extLst>
      <p:ext uri="{BB962C8B-B14F-4D97-AF65-F5344CB8AC3E}">
        <p14:creationId xmlns:p14="http://schemas.microsoft.com/office/powerpoint/2010/main" val="3862003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B9B7D81-6081-CEE9-DB96-92E675C15F0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0E1B8A8C-F412-DB46-C7FC-2C68375289A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AFD3E47-45E6-499A-7E2D-48EE319A509D}"/>
              </a:ext>
            </a:extLst>
          </p:cNvPr>
          <p:cNvSpPr>
            <a:spLocks noGrp="1" noChangeArrowheads="1"/>
          </p:cNvSpPr>
          <p:nvPr>
            <p:ph type="sldNum" sz="quarter" idx="12"/>
          </p:nvPr>
        </p:nvSpPr>
        <p:spPr>
          <a:ln/>
        </p:spPr>
        <p:txBody>
          <a:bodyPr/>
          <a:lstStyle>
            <a:lvl1pPr>
              <a:defRPr/>
            </a:lvl1pPr>
          </a:lstStyle>
          <a:p>
            <a:fld id="{7CCFFC70-1A3A-C34E-BC1F-2509DDC4E201}" type="slidenum">
              <a:rPr lang="en-US" altLang="en-US"/>
              <a:pPr/>
              <a:t>‹#›</a:t>
            </a:fld>
            <a:endParaRPr lang="en-US" altLang="en-US"/>
          </a:p>
        </p:txBody>
      </p:sp>
    </p:spTree>
    <p:extLst>
      <p:ext uri="{BB962C8B-B14F-4D97-AF65-F5344CB8AC3E}">
        <p14:creationId xmlns:p14="http://schemas.microsoft.com/office/powerpoint/2010/main" val="3107488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75BF15E-A02D-D6D3-5D44-BA772F1C5F8F}"/>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5ED63330-9206-58AE-7A13-2431C787AD6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38C50FB4-67AD-23CB-7AD9-60646E2EA066}"/>
              </a:ext>
            </a:extLst>
          </p:cNvPr>
          <p:cNvSpPr>
            <a:spLocks noGrp="1" noChangeArrowheads="1"/>
          </p:cNvSpPr>
          <p:nvPr>
            <p:ph type="sldNum" sz="quarter" idx="12"/>
          </p:nvPr>
        </p:nvSpPr>
        <p:spPr>
          <a:ln/>
        </p:spPr>
        <p:txBody>
          <a:bodyPr/>
          <a:lstStyle>
            <a:lvl1pPr>
              <a:defRPr/>
            </a:lvl1pPr>
          </a:lstStyle>
          <a:p>
            <a:fld id="{2CBBE57B-8E99-9E43-A42C-815F4273A36C}" type="slidenum">
              <a:rPr lang="en-US" altLang="en-US"/>
              <a:pPr/>
              <a:t>‹#›</a:t>
            </a:fld>
            <a:endParaRPr lang="en-US" altLang="en-US"/>
          </a:p>
        </p:txBody>
      </p:sp>
    </p:spTree>
    <p:extLst>
      <p:ext uri="{BB962C8B-B14F-4D97-AF65-F5344CB8AC3E}">
        <p14:creationId xmlns:p14="http://schemas.microsoft.com/office/powerpoint/2010/main" val="3694020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833" y="1311275"/>
            <a:ext cx="14439900" cy="5576888"/>
          </a:xfrm>
        </p:spPr>
        <p:txBody>
          <a:bodyPr anchor="b"/>
          <a:lstStyle>
            <a:lvl1pPr algn="l">
              <a:defRPr sz="1714" b="1"/>
            </a:lvl1pPr>
          </a:lstStyle>
          <a:p>
            <a:r>
              <a:rPr lang="en-US"/>
              <a:t>Click to edit Master title style</a:t>
            </a:r>
          </a:p>
        </p:txBody>
      </p:sp>
      <p:sp>
        <p:nvSpPr>
          <p:cNvPr id="3" name="Content Placeholder 2"/>
          <p:cNvSpPr>
            <a:spLocks noGrp="1"/>
          </p:cNvSpPr>
          <p:nvPr>
            <p:ph idx="1"/>
          </p:nvPr>
        </p:nvSpPr>
        <p:spPr>
          <a:xfrm>
            <a:off x="17159968" y="1311276"/>
            <a:ext cx="24536400" cy="28093988"/>
          </a:xfrm>
        </p:spPr>
        <p:txBody>
          <a:bodyPr/>
          <a:lstStyle>
            <a:lvl1pPr>
              <a:defRPr sz="2743"/>
            </a:lvl1pPr>
            <a:lvl2pPr>
              <a:defRPr sz="2400"/>
            </a:lvl2pPr>
            <a:lvl3pPr>
              <a:defRPr sz="2057"/>
            </a:lvl3pPr>
            <a:lvl4pPr>
              <a:defRPr sz="1714"/>
            </a:lvl4pPr>
            <a:lvl5pPr>
              <a:defRPr sz="1714"/>
            </a:lvl5pPr>
            <a:lvl6pPr>
              <a:defRPr sz="1714"/>
            </a:lvl6pPr>
            <a:lvl7pPr>
              <a:defRPr sz="1714"/>
            </a:lvl7pPr>
            <a:lvl8pPr>
              <a:defRPr sz="1714"/>
            </a:lvl8pPr>
            <a:lvl9pPr>
              <a:defRPr sz="17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833" y="6888163"/>
            <a:ext cx="14439900" cy="22517100"/>
          </a:xfrm>
        </p:spPr>
        <p:txBody>
          <a:bodyPr/>
          <a:lstStyle>
            <a:lvl1pPr marL="0" indent="0">
              <a:buNone/>
              <a:defRPr sz="1200"/>
            </a:lvl1pPr>
            <a:lvl2pPr marL="391866" indent="0">
              <a:buNone/>
              <a:defRPr sz="1029"/>
            </a:lvl2pPr>
            <a:lvl3pPr marL="783732" indent="0">
              <a:buNone/>
              <a:defRPr sz="857"/>
            </a:lvl3pPr>
            <a:lvl4pPr marL="1175598" indent="0">
              <a:buNone/>
              <a:defRPr sz="771"/>
            </a:lvl4pPr>
            <a:lvl5pPr marL="1567464" indent="0">
              <a:buNone/>
              <a:defRPr sz="771"/>
            </a:lvl5pPr>
            <a:lvl6pPr marL="1959331" indent="0">
              <a:buNone/>
              <a:defRPr sz="771"/>
            </a:lvl6pPr>
            <a:lvl7pPr marL="2351197" indent="0">
              <a:buNone/>
              <a:defRPr sz="771"/>
            </a:lvl7pPr>
            <a:lvl8pPr marL="2743063" indent="0">
              <a:buNone/>
              <a:defRPr sz="771"/>
            </a:lvl8pPr>
            <a:lvl9pPr marL="3134929" indent="0">
              <a:buNone/>
              <a:defRPr sz="771"/>
            </a:lvl9pPr>
          </a:lstStyle>
          <a:p>
            <a:pPr lvl="0"/>
            <a:r>
              <a:rPr lang="en-US"/>
              <a:t>Click to edit Master text styles</a:t>
            </a:r>
          </a:p>
        </p:txBody>
      </p:sp>
      <p:sp>
        <p:nvSpPr>
          <p:cNvPr id="5" name="Rectangle 4">
            <a:extLst>
              <a:ext uri="{FF2B5EF4-FFF2-40B4-BE49-F238E27FC236}">
                <a16:creationId xmlns:a16="http://schemas.microsoft.com/office/drawing/2014/main" id="{1A84B672-86A2-42B1-02F8-0AAF71EF854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3CBAB7D-4FA3-2121-7943-6FE92D58E5B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3E07F56-EA4E-3C16-352A-704699CF2FE1}"/>
              </a:ext>
            </a:extLst>
          </p:cNvPr>
          <p:cNvSpPr>
            <a:spLocks noGrp="1" noChangeArrowheads="1"/>
          </p:cNvSpPr>
          <p:nvPr>
            <p:ph type="sldNum" sz="quarter" idx="12"/>
          </p:nvPr>
        </p:nvSpPr>
        <p:spPr>
          <a:ln/>
        </p:spPr>
        <p:txBody>
          <a:bodyPr/>
          <a:lstStyle>
            <a:lvl1pPr>
              <a:defRPr/>
            </a:lvl1pPr>
          </a:lstStyle>
          <a:p>
            <a:fld id="{CC3CD7FB-53C1-564F-9ED9-A85E7CA12F9D}" type="slidenum">
              <a:rPr lang="en-US" altLang="en-US"/>
              <a:pPr/>
              <a:t>‹#›</a:t>
            </a:fld>
            <a:endParaRPr lang="en-US" altLang="en-US"/>
          </a:p>
        </p:txBody>
      </p:sp>
    </p:spTree>
    <p:extLst>
      <p:ext uri="{BB962C8B-B14F-4D97-AF65-F5344CB8AC3E}">
        <p14:creationId xmlns:p14="http://schemas.microsoft.com/office/powerpoint/2010/main" val="1078039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437" y="23042563"/>
            <a:ext cx="26335264" cy="2720975"/>
          </a:xfrm>
        </p:spPr>
        <p:txBody>
          <a:bodyPr anchor="b"/>
          <a:lstStyle>
            <a:lvl1pPr algn="l">
              <a:defRPr sz="1714" b="1"/>
            </a:lvl1pPr>
          </a:lstStyle>
          <a:p>
            <a:r>
              <a:rPr lang="en-US"/>
              <a:t>Click to edit Master title style</a:t>
            </a:r>
          </a:p>
        </p:txBody>
      </p:sp>
      <p:sp>
        <p:nvSpPr>
          <p:cNvPr id="3" name="Picture Placeholder 2"/>
          <p:cNvSpPr>
            <a:spLocks noGrp="1"/>
          </p:cNvSpPr>
          <p:nvPr>
            <p:ph type="pic" idx="1"/>
          </p:nvPr>
        </p:nvSpPr>
        <p:spPr>
          <a:xfrm>
            <a:off x="8602437" y="2941639"/>
            <a:ext cx="26335264" cy="19750087"/>
          </a:xfrm>
        </p:spPr>
        <p:txBody>
          <a:bodyPr/>
          <a:lstStyle>
            <a:lvl1pPr marL="0" indent="0">
              <a:buNone/>
              <a:defRPr sz="2743"/>
            </a:lvl1pPr>
            <a:lvl2pPr marL="391866" indent="0">
              <a:buNone/>
              <a:defRPr sz="2400"/>
            </a:lvl2pPr>
            <a:lvl3pPr marL="783732" indent="0">
              <a:buNone/>
              <a:defRPr sz="2057"/>
            </a:lvl3pPr>
            <a:lvl4pPr marL="1175598" indent="0">
              <a:buNone/>
              <a:defRPr sz="1714"/>
            </a:lvl4pPr>
            <a:lvl5pPr marL="1567464" indent="0">
              <a:buNone/>
              <a:defRPr sz="1714"/>
            </a:lvl5pPr>
            <a:lvl6pPr marL="1959331" indent="0">
              <a:buNone/>
              <a:defRPr sz="1714"/>
            </a:lvl6pPr>
            <a:lvl7pPr marL="2351197" indent="0">
              <a:buNone/>
              <a:defRPr sz="1714"/>
            </a:lvl7pPr>
            <a:lvl8pPr marL="2743063" indent="0">
              <a:buNone/>
              <a:defRPr sz="1714"/>
            </a:lvl8pPr>
            <a:lvl9pPr marL="3134929" indent="0">
              <a:buNone/>
              <a:defRPr sz="1714"/>
            </a:lvl9pPr>
          </a:lstStyle>
          <a:p>
            <a:pPr lvl="0"/>
            <a:endParaRPr lang="en-US" noProof="0"/>
          </a:p>
        </p:txBody>
      </p:sp>
      <p:sp>
        <p:nvSpPr>
          <p:cNvPr id="4" name="Text Placeholder 3"/>
          <p:cNvSpPr>
            <a:spLocks noGrp="1"/>
          </p:cNvSpPr>
          <p:nvPr>
            <p:ph type="body" sz="half" idx="2"/>
          </p:nvPr>
        </p:nvSpPr>
        <p:spPr>
          <a:xfrm>
            <a:off x="8602437" y="25763539"/>
            <a:ext cx="26335264" cy="3862387"/>
          </a:xfrm>
        </p:spPr>
        <p:txBody>
          <a:bodyPr/>
          <a:lstStyle>
            <a:lvl1pPr marL="0" indent="0">
              <a:buNone/>
              <a:defRPr sz="1200"/>
            </a:lvl1pPr>
            <a:lvl2pPr marL="391866" indent="0">
              <a:buNone/>
              <a:defRPr sz="1029"/>
            </a:lvl2pPr>
            <a:lvl3pPr marL="783732" indent="0">
              <a:buNone/>
              <a:defRPr sz="857"/>
            </a:lvl3pPr>
            <a:lvl4pPr marL="1175598" indent="0">
              <a:buNone/>
              <a:defRPr sz="771"/>
            </a:lvl4pPr>
            <a:lvl5pPr marL="1567464" indent="0">
              <a:buNone/>
              <a:defRPr sz="771"/>
            </a:lvl5pPr>
            <a:lvl6pPr marL="1959331" indent="0">
              <a:buNone/>
              <a:defRPr sz="771"/>
            </a:lvl6pPr>
            <a:lvl7pPr marL="2351197" indent="0">
              <a:buNone/>
              <a:defRPr sz="771"/>
            </a:lvl7pPr>
            <a:lvl8pPr marL="2743063" indent="0">
              <a:buNone/>
              <a:defRPr sz="771"/>
            </a:lvl8pPr>
            <a:lvl9pPr marL="3134929" indent="0">
              <a:buNone/>
              <a:defRPr sz="771"/>
            </a:lvl9pPr>
          </a:lstStyle>
          <a:p>
            <a:pPr lvl="0"/>
            <a:r>
              <a:rPr lang="en-US"/>
              <a:t>Click to edit Master text styles</a:t>
            </a:r>
          </a:p>
        </p:txBody>
      </p:sp>
      <p:sp>
        <p:nvSpPr>
          <p:cNvPr id="5" name="Rectangle 4">
            <a:extLst>
              <a:ext uri="{FF2B5EF4-FFF2-40B4-BE49-F238E27FC236}">
                <a16:creationId xmlns:a16="http://schemas.microsoft.com/office/drawing/2014/main" id="{D17E2224-1E5E-4E36-92C8-2656A473BA9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83F41BA-297C-DC49-76A6-8E44B5C818D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6BC3DB0-06C8-BDB4-AA87-FDC33FD5BB6B}"/>
              </a:ext>
            </a:extLst>
          </p:cNvPr>
          <p:cNvSpPr>
            <a:spLocks noGrp="1" noChangeArrowheads="1"/>
          </p:cNvSpPr>
          <p:nvPr>
            <p:ph type="sldNum" sz="quarter" idx="12"/>
          </p:nvPr>
        </p:nvSpPr>
        <p:spPr>
          <a:ln/>
        </p:spPr>
        <p:txBody>
          <a:bodyPr/>
          <a:lstStyle>
            <a:lvl1pPr>
              <a:defRPr/>
            </a:lvl1pPr>
          </a:lstStyle>
          <a:p>
            <a:fld id="{85138FC0-E2DF-DF45-9719-2B12DAE4CB5A}" type="slidenum">
              <a:rPr lang="en-US" altLang="en-US"/>
              <a:pPr/>
              <a:t>‹#›</a:t>
            </a:fld>
            <a:endParaRPr lang="en-US" altLang="en-US"/>
          </a:p>
        </p:txBody>
      </p:sp>
    </p:spTree>
    <p:extLst>
      <p:ext uri="{BB962C8B-B14F-4D97-AF65-F5344CB8AC3E}">
        <p14:creationId xmlns:p14="http://schemas.microsoft.com/office/powerpoint/2010/main" val="2602736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25E8B19-0584-ACE4-5683-DE11DD48D33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48A45F6-8414-A6A6-2B1E-2BA95C32947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409D727-C5F0-8345-CD42-F36632CC8C0A}"/>
              </a:ext>
            </a:extLst>
          </p:cNvPr>
          <p:cNvSpPr>
            <a:spLocks noGrp="1" noChangeArrowheads="1"/>
          </p:cNvSpPr>
          <p:nvPr>
            <p:ph type="sldNum" sz="quarter" idx="12"/>
          </p:nvPr>
        </p:nvSpPr>
        <p:spPr>
          <a:ln/>
        </p:spPr>
        <p:txBody>
          <a:bodyPr/>
          <a:lstStyle>
            <a:lvl1pPr>
              <a:defRPr/>
            </a:lvl1pPr>
          </a:lstStyle>
          <a:p>
            <a:fld id="{7A826921-3C78-0E4A-B9A7-99511736FD19}" type="slidenum">
              <a:rPr lang="en-US" altLang="en-US"/>
              <a:pPr/>
              <a:t>‹#›</a:t>
            </a:fld>
            <a:endParaRPr lang="en-US" altLang="en-US"/>
          </a:p>
        </p:txBody>
      </p:sp>
    </p:spTree>
    <p:extLst>
      <p:ext uri="{BB962C8B-B14F-4D97-AF65-F5344CB8AC3E}">
        <p14:creationId xmlns:p14="http://schemas.microsoft.com/office/powerpoint/2010/main" val="36239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3298" y="2925763"/>
            <a:ext cx="9326336" cy="263350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91568" y="2925763"/>
            <a:ext cx="27851100" cy="263350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CA7B812-0D7F-4753-B7D0-A9B53C2E13D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13F17A8-B525-1D15-AE59-0836A2E1740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59F06A5-D88E-1636-B820-B8CC0005E8DB}"/>
              </a:ext>
            </a:extLst>
          </p:cNvPr>
          <p:cNvSpPr>
            <a:spLocks noGrp="1" noChangeArrowheads="1"/>
          </p:cNvSpPr>
          <p:nvPr>
            <p:ph type="sldNum" sz="quarter" idx="12"/>
          </p:nvPr>
        </p:nvSpPr>
        <p:spPr>
          <a:ln/>
        </p:spPr>
        <p:txBody>
          <a:bodyPr/>
          <a:lstStyle>
            <a:lvl1pPr>
              <a:defRPr/>
            </a:lvl1pPr>
          </a:lstStyle>
          <a:p>
            <a:fld id="{1B032435-5833-8243-B441-32925D841BE7}" type="slidenum">
              <a:rPr lang="en-US" altLang="en-US"/>
              <a:pPr/>
              <a:t>‹#›</a:t>
            </a:fld>
            <a:endParaRPr lang="en-US" altLang="en-US"/>
          </a:p>
        </p:txBody>
      </p:sp>
    </p:spTree>
    <p:extLst>
      <p:ext uri="{BB962C8B-B14F-4D97-AF65-F5344CB8AC3E}">
        <p14:creationId xmlns:p14="http://schemas.microsoft.com/office/powerpoint/2010/main" val="2306347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AEB5770-56FA-FB0C-7AF8-8110D42B30CC}"/>
              </a:ext>
            </a:extLst>
          </p:cNvPr>
          <p:cNvSpPr>
            <a:spLocks noGrp="1" noChangeArrowheads="1"/>
          </p:cNvSpPr>
          <p:nvPr>
            <p:ph type="title"/>
          </p:nvPr>
        </p:nvSpPr>
        <p:spPr bwMode="auto">
          <a:xfrm>
            <a:off x="3291569" y="2926080"/>
            <a:ext cx="37308064"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7557" tIns="203779" rIns="407557" bIns="203779"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AFDE3F5-C0E6-1DDF-3B2D-2BCC10AEBA0B}"/>
              </a:ext>
            </a:extLst>
          </p:cNvPr>
          <p:cNvSpPr>
            <a:spLocks noGrp="1" noChangeArrowheads="1"/>
          </p:cNvSpPr>
          <p:nvPr>
            <p:ph type="body" idx="1"/>
          </p:nvPr>
        </p:nvSpPr>
        <p:spPr bwMode="auto">
          <a:xfrm>
            <a:off x="3291569" y="9511393"/>
            <a:ext cx="37308064" cy="1974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7557" tIns="203779" rIns="407557" bIns="203779"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C566CA7D-1291-D9DF-27A3-D83EEDD06757}"/>
              </a:ext>
            </a:extLst>
          </p:cNvPr>
          <p:cNvSpPr>
            <a:spLocks noGrp="1" noChangeArrowheads="1"/>
          </p:cNvSpPr>
          <p:nvPr>
            <p:ph type="dt" sz="half" idx="2"/>
          </p:nvPr>
        </p:nvSpPr>
        <p:spPr bwMode="auto">
          <a:xfrm>
            <a:off x="3291568" y="29992320"/>
            <a:ext cx="9144000" cy="2194560"/>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defRPr sz="5314">
                <a:latin typeface="Times New Roman" charset="0"/>
                <a:ea typeface="ＭＳ Ｐゴシック" charset="0"/>
                <a:cs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6C0BBD47-C63A-6007-8495-2E8E0FE260DF}"/>
              </a:ext>
            </a:extLst>
          </p:cNvPr>
          <p:cNvSpPr>
            <a:spLocks noGrp="1" noChangeArrowheads="1"/>
          </p:cNvSpPr>
          <p:nvPr>
            <p:ph type="ftr" sz="quarter" idx="3"/>
          </p:nvPr>
        </p:nvSpPr>
        <p:spPr bwMode="auto">
          <a:xfrm>
            <a:off x="14996433" y="29992320"/>
            <a:ext cx="13898336" cy="2194560"/>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lgn="ctr">
              <a:defRPr sz="5314">
                <a:latin typeface="Times New Roman" charset="0"/>
                <a:ea typeface="ＭＳ Ｐゴシック" charset="0"/>
                <a:cs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F21E4265-4DB0-D59F-FFEE-DDB52A342FC9}"/>
              </a:ext>
            </a:extLst>
          </p:cNvPr>
          <p:cNvSpPr>
            <a:spLocks noGrp="1" noChangeArrowheads="1"/>
          </p:cNvSpPr>
          <p:nvPr>
            <p:ph type="sldNum" sz="quarter" idx="4"/>
          </p:nvPr>
        </p:nvSpPr>
        <p:spPr bwMode="auto">
          <a:xfrm>
            <a:off x="31455633" y="29992320"/>
            <a:ext cx="9144000" cy="2194560"/>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lgn="r">
              <a:defRPr sz="5314">
                <a:latin typeface="Times New Roman" panose="02020603050405020304" pitchFamily="18" charset="0"/>
              </a:defRPr>
            </a:lvl1pPr>
          </a:lstStyle>
          <a:p>
            <a:fld id="{E512C659-9E24-1B43-AA3C-126942D65BF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92779" rtl="0" eaLnBrk="0" fontAlgn="base" hangingPunct="0">
        <a:spcBef>
          <a:spcPct val="0"/>
        </a:spcBef>
        <a:spcAft>
          <a:spcPct val="0"/>
        </a:spcAft>
        <a:defRPr sz="16799">
          <a:solidFill>
            <a:schemeClr val="tx2"/>
          </a:solidFill>
          <a:latin typeface="+mj-lt"/>
          <a:ea typeface="ＭＳ Ｐゴシック" pitchFamily="-65" charset="-128"/>
          <a:cs typeface="ＭＳ Ｐゴシック" pitchFamily="-65" charset="-128"/>
        </a:defRPr>
      </a:lvl1pPr>
      <a:lvl2pPr algn="ctr" defTabSz="3492779" rtl="0" eaLnBrk="0" fontAlgn="base" hangingPunct="0">
        <a:spcBef>
          <a:spcPct val="0"/>
        </a:spcBef>
        <a:spcAft>
          <a:spcPct val="0"/>
        </a:spcAft>
        <a:defRPr sz="16799">
          <a:solidFill>
            <a:schemeClr val="tx2"/>
          </a:solidFill>
          <a:latin typeface="Times New Roman" pitchFamily="-65" charset="0"/>
          <a:ea typeface="ＭＳ Ｐゴシック" pitchFamily="-65" charset="-128"/>
          <a:cs typeface="ＭＳ Ｐゴシック" pitchFamily="-65" charset="-128"/>
        </a:defRPr>
      </a:lvl2pPr>
      <a:lvl3pPr algn="ctr" defTabSz="3492779" rtl="0" eaLnBrk="0" fontAlgn="base" hangingPunct="0">
        <a:spcBef>
          <a:spcPct val="0"/>
        </a:spcBef>
        <a:spcAft>
          <a:spcPct val="0"/>
        </a:spcAft>
        <a:defRPr sz="16799">
          <a:solidFill>
            <a:schemeClr val="tx2"/>
          </a:solidFill>
          <a:latin typeface="Times New Roman" pitchFamily="-65" charset="0"/>
          <a:ea typeface="ＭＳ Ｐゴシック" pitchFamily="-65" charset="-128"/>
          <a:cs typeface="ＭＳ Ｐゴシック" pitchFamily="-65" charset="-128"/>
        </a:defRPr>
      </a:lvl3pPr>
      <a:lvl4pPr algn="ctr" defTabSz="3492779" rtl="0" eaLnBrk="0" fontAlgn="base" hangingPunct="0">
        <a:spcBef>
          <a:spcPct val="0"/>
        </a:spcBef>
        <a:spcAft>
          <a:spcPct val="0"/>
        </a:spcAft>
        <a:defRPr sz="16799">
          <a:solidFill>
            <a:schemeClr val="tx2"/>
          </a:solidFill>
          <a:latin typeface="Times New Roman" pitchFamily="-65" charset="0"/>
          <a:ea typeface="ＭＳ Ｐゴシック" pitchFamily="-65" charset="-128"/>
          <a:cs typeface="ＭＳ Ｐゴシック" pitchFamily="-65" charset="-128"/>
        </a:defRPr>
      </a:lvl4pPr>
      <a:lvl5pPr algn="ctr" defTabSz="3492779" rtl="0" eaLnBrk="0" fontAlgn="base" hangingPunct="0">
        <a:spcBef>
          <a:spcPct val="0"/>
        </a:spcBef>
        <a:spcAft>
          <a:spcPct val="0"/>
        </a:spcAft>
        <a:defRPr sz="16799">
          <a:solidFill>
            <a:schemeClr val="tx2"/>
          </a:solidFill>
          <a:latin typeface="Times New Roman" pitchFamily="-65" charset="0"/>
          <a:ea typeface="ＭＳ Ｐゴシック" pitchFamily="-65" charset="-128"/>
          <a:cs typeface="ＭＳ Ｐゴシック" pitchFamily="-65" charset="-128"/>
        </a:defRPr>
      </a:lvl5pPr>
      <a:lvl6pPr marL="391866" algn="ctr" defTabSz="3492779" rtl="0" fontAlgn="base">
        <a:spcBef>
          <a:spcPct val="0"/>
        </a:spcBef>
        <a:spcAft>
          <a:spcPct val="0"/>
        </a:spcAft>
        <a:defRPr sz="16799">
          <a:solidFill>
            <a:schemeClr val="tx2"/>
          </a:solidFill>
          <a:latin typeface="Times New Roman" pitchFamily="-65" charset="0"/>
        </a:defRPr>
      </a:lvl6pPr>
      <a:lvl7pPr marL="783732" algn="ctr" defTabSz="3492779" rtl="0" fontAlgn="base">
        <a:spcBef>
          <a:spcPct val="0"/>
        </a:spcBef>
        <a:spcAft>
          <a:spcPct val="0"/>
        </a:spcAft>
        <a:defRPr sz="16799">
          <a:solidFill>
            <a:schemeClr val="tx2"/>
          </a:solidFill>
          <a:latin typeface="Times New Roman" pitchFamily="-65" charset="0"/>
        </a:defRPr>
      </a:lvl7pPr>
      <a:lvl8pPr marL="1175598" algn="ctr" defTabSz="3492779" rtl="0" fontAlgn="base">
        <a:spcBef>
          <a:spcPct val="0"/>
        </a:spcBef>
        <a:spcAft>
          <a:spcPct val="0"/>
        </a:spcAft>
        <a:defRPr sz="16799">
          <a:solidFill>
            <a:schemeClr val="tx2"/>
          </a:solidFill>
          <a:latin typeface="Times New Roman" pitchFamily="-65" charset="0"/>
        </a:defRPr>
      </a:lvl8pPr>
      <a:lvl9pPr marL="1567464" algn="ctr" defTabSz="3492779" rtl="0" fontAlgn="base">
        <a:spcBef>
          <a:spcPct val="0"/>
        </a:spcBef>
        <a:spcAft>
          <a:spcPct val="0"/>
        </a:spcAft>
        <a:defRPr sz="16799">
          <a:solidFill>
            <a:schemeClr val="tx2"/>
          </a:solidFill>
          <a:latin typeface="Times New Roman" pitchFamily="-65" charset="0"/>
        </a:defRPr>
      </a:lvl9pPr>
    </p:titleStyle>
    <p:bodyStyle>
      <a:lvl1pPr marL="1310303" indent="-1310303" algn="l" defTabSz="3492779" rtl="0" eaLnBrk="0" fontAlgn="base" hangingPunct="0">
        <a:spcBef>
          <a:spcPct val="20000"/>
        </a:spcBef>
        <a:spcAft>
          <a:spcPct val="0"/>
        </a:spcAft>
        <a:buChar char="•"/>
        <a:defRPr sz="12257">
          <a:solidFill>
            <a:schemeClr val="tx1"/>
          </a:solidFill>
          <a:latin typeface="+mn-lt"/>
          <a:ea typeface="ＭＳ Ｐゴシック" pitchFamily="-65" charset="-128"/>
          <a:cs typeface="ＭＳ Ｐゴシック" pitchFamily="-65" charset="-128"/>
        </a:defRPr>
      </a:lvl1pPr>
      <a:lvl2pPr marL="2838308" indent="-1091238" algn="l" defTabSz="3492779" rtl="0" eaLnBrk="0" fontAlgn="base" hangingPunct="0">
        <a:spcBef>
          <a:spcPct val="20000"/>
        </a:spcBef>
        <a:spcAft>
          <a:spcPct val="0"/>
        </a:spcAft>
        <a:buChar char="–"/>
        <a:defRPr sz="10714">
          <a:solidFill>
            <a:schemeClr val="tx1"/>
          </a:solidFill>
          <a:latin typeface="+mn-lt"/>
          <a:ea typeface="ＭＳ Ｐゴシック" pitchFamily="-65" charset="-128"/>
          <a:cs typeface="ＭＳ Ｐゴシック" charset="0"/>
        </a:defRPr>
      </a:lvl2pPr>
      <a:lvl3pPr marL="4366314" indent="-873535" algn="l" defTabSz="3492779" rtl="0" eaLnBrk="0" fontAlgn="base" hangingPunct="0">
        <a:spcBef>
          <a:spcPct val="20000"/>
        </a:spcBef>
        <a:spcAft>
          <a:spcPct val="0"/>
        </a:spcAft>
        <a:buChar char="•"/>
        <a:defRPr sz="9171">
          <a:solidFill>
            <a:schemeClr val="tx1"/>
          </a:solidFill>
          <a:latin typeface="+mn-lt"/>
          <a:ea typeface="ＭＳ Ｐゴシック" pitchFamily="-65" charset="-128"/>
          <a:cs typeface="ＭＳ Ｐゴシック" charset="0"/>
        </a:defRPr>
      </a:lvl3pPr>
      <a:lvl4pPr marL="6113384" indent="-873535" algn="l" defTabSz="3492779" rtl="0" eaLnBrk="0" fontAlgn="base" hangingPunct="0">
        <a:spcBef>
          <a:spcPct val="20000"/>
        </a:spcBef>
        <a:spcAft>
          <a:spcPct val="0"/>
        </a:spcAft>
        <a:buChar char="–"/>
        <a:defRPr sz="7628">
          <a:solidFill>
            <a:schemeClr val="tx1"/>
          </a:solidFill>
          <a:latin typeface="+mn-lt"/>
          <a:ea typeface="ＭＳ Ｐゴシック" pitchFamily="-65" charset="-128"/>
          <a:cs typeface="ＭＳ Ｐゴシック" charset="0"/>
        </a:defRPr>
      </a:lvl4pPr>
      <a:lvl5pPr marL="7859093" indent="-872175" algn="l" defTabSz="3492779" rtl="0" eaLnBrk="0" fontAlgn="base" hangingPunct="0">
        <a:spcBef>
          <a:spcPct val="20000"/>
        </a:spcBef>
        <a:spcAft>
          <a:spcPct val="0"/>
        </a:spcAft>
        <a:buChar char="»"/>
        <a:defRPr sz="7628">
          <a:solidFill>
            <a:schemeClr val="tx1"/>
          </a:solidFill>
          <a:latin typeface="+mn-lt"/>
          <a:ea typeface="ＭＳ Ｐゴシック" pitchFamily="-65" charset="-128"/>
          <a:cs typeface="ＭＳ Ｐゴシック" charset="0"/>
        </a:defRPr>
      </a:lvl5pPr>
      <a:lvl6pPr marL="8250959" indent="-872175" algn="l" defTabSz="3492779" rtl="0" fontAlgn="base">
        <a:spcBef>
          <a:spcPct val="20000"/>
        </a:spcBef>
        <a:spcAft>
          <a:spcPct val="0"/>
        </a:spcAft>
        <a:buChar char="»"/>
        <a:defRPr sz="7628">
          <a:solidFill>
            <a:schemeClr val="tx1"/>
          </a:solidFill>
          <a:latin typeface="+mn-lt"/>
          <a:ea typeface="ＭＳ Ｐゴシック" pitchFamily="-65" charset="-128"/>
        </a:defRPr>
      </a:lvl6pPr>
      <a:lvl7pPr marL="8642825" indent="-872175" algn="l" defTabSz="3492779" rtl="0" fontAlgn="base">
        <a:spcBef>
          <a:spcPct val="20000"/>
        </a:spcBef>
        <a:spcAft>
          <a:spcPct val="0"/>
        </a:spcAft>
        <a:buChar char="»"/>
        <a:defRPr sz="7628">
          <a:solidFill>
            <a:schemeClr val="tx1"/>
          </a:solidFill>
          <a:latin typeface="+mn-lt"/>
          <a:ea typeface="ＭＳ Ｐゴシック" pitchFamily="-65" charset="-128"/>
        </a:defRPr>
      </a:lvl7pPr>
      <a:lvl8pPr marL="9034691" indent="-872175" algn="l" defTabSz="3492779" rtl="0" fontAlgn="base">
        <a:spcBef>
          <a:spcPct val="20000"/>
        </a:spcBef>
        <a:spcAft>
          <a:spcPct val="0"/>
        </a:spcAft>
        <a:buChar char="»"/>
        <a:defRPr sz="7628">
          <a:solidFill>
            <a:schemeClr val="tx1"/>
          </a:solidFill>
          <a:latin typeface="+mn-lt"/>
          <a:ea typeface="ＭＳ Ｐゴシック" pitchFamily="-65" charset="-128"/>
        </a:defRPr>
      </a:lvl8pPr>
      <a:lvl9pPr marL="9426557" indent="-872175" algn="l" defTabSz="3492779" rtl="0" fontAlgn="base">
        <a:spcBef>
          <a:spcPct val="20000"/>
        </a:spcBef>
        <a:spcAft>
          <a:spcPct val="0"/>
        </a:spcAft>
        <a:buChar char="»"/>
        <a:defRPr sz="7628">
          <a:solidFill>
            <a:schemeClr val="tx1"/>
          </a:solidFill>
          <a:latin typeface="+mn-lt"/>
          <a:ea typeface="ＭＳ Ｐゴシック" pitchFamily="-65" charset="-128"/>
        </a:defRPr>
      </a:lvl9pPr>
    </p:bodyStyle>
    <p:otherStyle>
      <a:defPPr>
        <a:defRPr lang="en-US"/>
      </a:defPPr>
      <a:lvl1pPr marL="0" algn="l" defTabSz="391866" rtl="0" eaLnBrk="1" latinLnBrk="0" hangingPunct="1">
        <a:defRPr sz="1543" kern="1200">
          <a:solidFill>
            <a:schemeClr val="tx1"/>
          </a:solidFill>
          <a:latin typeface="+mn-lt"/>
          <a:ea typeface="+mn-ea"/>
          <a:cs typeface="+mn-cs"/>
        </a:defRPr>
      </a:lvl1pPr>
      <a:lvl2pPr marL="391866" algn="l" defTabSz="391866" rtl="0" eaLnBrk="1" latinLnBrk="0" hangingPunct="1">
        <a:defRPr sz="1543" kern="1200">
          <a:solidFill>
            <a:schemeClr val="tx1"/>
          </a:solidFill>
          <a:latin typeface="+mn-lt"/>
          <a:ea typeface="+mn-ea"/>
          <a:cs typeface="+mn-cs"/>
        </a:defRPr>
      </a:lvl2pPr>
      <a:lvl3pPr marL="783732" algn="l" defTabSz="391866" rtl="0" eaLnBrk="1" latinLnBrk="0" hangingPunct="1">
        <a:defRPr sz="1543" kern="1200">
          <a:solidFill>
            <a:schemeClr val="tx1"/>
          </a:solidFill>
          <a:latin typeface="+mn-lt"/>
          <a:ea typeface="+mn-ea"/>
          <a:cs typeface="+mn-cs"/>
        </a:defRPr>
      </a:lvl3pPr>
      <a:lvl4pPr marL="1175598" algn="l" defTabSz="391866" rtl="0" eaLnBrk="1" latinLnBrk="0" hangingPunct="1">
        <a:defRPr sz="1543" kern="1200">
          <a:solidFill>
            <a:schemeClr val="tx1"/>
          </a:solidFill>
          <a:latin typeface="+mn-lt"/>
          <a:ea typeface="+mn-ea"/>
          <a:cs typeface="+mn-cs"/>
        </a:defRPr>
      </a:lvl4pPr>
      <a:lvl5pPr marL="1567464" algn="l" defTabSz="391866" rtl="0" eaLnBrk="1" latinLnBrk="0" hangingPunct="1">
        <a:defRPr sz="1543" kern="1200">
          <a:solidFill>
            <a:schemeClr val="tx1"/>
          </a:solidFill>
          <a:latin typeface="+mn-lt"/>
          <a:ea typeface="+mn-ea"/>
          <a:cs typeface="+mn-cs"/>
        </a:defRPr>
      </a:lvl5pPr>
      <a:lvl6pPr marL="1959331" algn="l" defTabSz="391866" rtl="0" eaLnBrk="1" latinLnBrk="0" hangingPunct="1">
        <a:defRPr sz="1543" kern="1200">
          <a:solidFill>
            <a:schemeClr val="tx1"/>
          </a:solidFill>
          <a:latin typeface="+mn-lt"/>
          <a:ea typeface="+mn-ea"/>
          <a:cs typeface="+mn-cs"/>
        </a:defRPr>
      </a:lvl6pPr>
      <a:lvl7pPr marL="2351197" algn="l" defTabSz="391866" rtl="0" eaLnBrk="1" latinLnBrk="0" hangingPunct="1">
        <a:defRPr sz="1543" kern="1200">
          <a:solidFill>
            <a:schemeClr val="tx1"/>
          </a:solidFill>
          <a:latin typeface="+mn-lt"/>
          <a:ea typeface="+mn-ea"/>
          <a:cs typeface="+mn-cs"/>
        </a:defRPr>
      </a:lvl7pPr>
      <a:lvl8pPr marL="2743063" algn="l" defTabSz="391866" rtl="0" eaLnBrk="1" latinLnBrk="0" hangingPunct="1">
        <a:defRPr sz="1543" kern="1200">
          <a:solidFill>
            <a:schemeClr val="tx1"/>
          </a:solidFill>
          <a:latin typeface="+mn-lt"/>
          <a:ea typeface="+mn-ea"/>
          <a:cs typeface="+mn-cs"/>
        </a:defRPr>
      </a:lvl8pPr>
      <a:lvl9pPr marL="3134929" algn="l" defTabSz="391866" rtl="0" eaLnBrk="1" latinLnBrk="0" hangingPunct="1">
        <a:defRPr sz="154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0" name="Text Box 11">
            <a:extLst>
              <a:ext uri="{FF2B5EF4-FFF2-40B4-BE49-F238E27FC236}">
                <a16:creationId xmlns:a16="http://schemas.microsoft.com/office/drawing/2014/main" id="{2004BF83-9D4F-5D88-8BD7-69CCBD469126}"/>
              </a:ext>
            </a:extLst>
          </p:cNvPr>
          <p:cNvSpPr txBox="1">
            <a:spLocks noChangeArrowheads="1"/>
          </p:cNvSpPr>
          <p:nvPr/>
        </p:nvSpPr>
        <p:spPr bwMode="auto">
          <a:xfrm>
            <a:off x="665270" y="5146890"/>
            <a:ext cx="10117140" cy="27410936"/>
          </a:xfrm>
          <a:prstGeom prst="rect">
            <a:avLst/>
          </a:prstGeom>
          <a:solidFill>
            <a:schemeClr val="bg1"/>
          </a:solidFill>
          <a:ln w="38100">
            <a:solidFill>
              <a:srgbClr val="000000"/>
            </a:solidFill>
            <a:round/>
            <a:headEnd/>
            <a:tailEnd/>
          </a:ln>
        </p:spPr>
        <p:txBody>
          <a:bodyPr lIns="783771" tIns="391886" rIns="783771" bIns="783771"/>
          <a:lstStyle>
            <a:lvl1pPr eaLnBrk="0" hangingPunct="0">
              <a:tabLst>
                <a:tab pos="508000"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8000"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8000"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8000"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8000"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9pPr>
          </a:lstStyle>
          <a:p>
            <a:pPr eaLnBrk="1" hangingPunct="1">
              <a:spcBef>
                <a:spcPct val="10000"/>
              </a:spcBef>
            </a:pPr>
            <a:r>
              <a:rPr lang="en-US" sz="4000" b="1" dirty="0">
                <a:solidFill>
                  <a:srgbClr val="004A99"/>
                </a:solidFill>
                <a:latin typeface="+mj-lt"/>
              </a:rPr>
              <a:t>Background / Introduction</a:t>
            </a:r>
          </a:p>
          <a:p>
            <a:pPr eaLnBrk="1" hangingPunct="1">
              <a:spcBef>
                <a:spcPct val="10000"/>
              </a:spcBef>
            </a:pPr>
            <a:r>
              <a:rPr lang="en-US" sz="2800" dirty="0">
                <a:latin typeface="+mj-lt"/>
              </a:rPr>
              <a:t>Wiedemann-Steiner syndrome (WDSTS; OMIM #605130) is a rare genetic neurodevelopmental disorder caused by heterozygous pathogenic variants in </a:t>
            </a:r>
            <a:r>
              <a:rPr lang="en-US" sz="2800" i="1" dirty="0">
                <a:latin typeface="+mj-lt"/>
              </a:rPr>
              <a:t>KMT2A</a:t>
            </a:r>
            <a:r>
              <a:rPr lang="en-US" sz="2800" dirty="0">
                <a:latin typeface="+mj-lt"/>
              </a:rPr>
              <a:t> (OMIM #159555) on chromosome 11q23 [1]. Initially described as “hairy elbow syndrome” due to hypertrichosis cubiti and developmental delay [2-4], WDSTS is now recognized as a multisystem condition characterized by short stature, distinctive facial features, intellectual disability, behavioral difficulties, and variable systemic involvement, including neurologic, gastrointestinal, musculoskeletal, cardiovascular, renal, and endocrine abnormalities [2-3]. The phenotypic spectrum is broad, contributing to frequent diagnostic delay; children with rare diseases often experience a 6-8 year gap before accurate diagnosis, often due to misrecognition of overlapping features. There is no curative therapy, and management relies on multidisciplinary care, including speech, occupational, and physical therapies, medical interventions, and supportive services [1-4]. Although survival into adulthood is generally favorable with appropriate care, caregiver-reported data remain limited. The international WDSTS Registry provides a unique opportunity to characterize demographic, genetic, systemic, and developmental patterns to improve early recognition, surveillance, and long-term care strategies.</a:t>
            </a:r>
            <a:r>
              <a:rPr lang="en-US" altLang="en-US" sz="2800" b="1" dirty="0">
                <a:solidFill>
                  <a:srgbClr val="004A99"/>
                </a:solidFill>
                <a:latin typeface="+mj-lt"/>
              </a:rPr>
              <a:t> </a:t>
            </a:r>
          </a:p>
          <a:p>
            <a:pPr eaLnBrk="1" hangingPunct="1">
              <a:spcBef>
                <a:spcPct val="10000"/>
              </a:spcBef>
            </a:pPr>
            <a:endParaRPr kumimoji="0" lang="en-US" altLang="en-US" sz="4000" b="1" i="0" u="none" strike="noStrike" cap="none" normalizeH="0" baseline="0" dirty="0">
              <a:ln>
                <a:noFill/>
              </a:ln>
              <a:solidFill>
                <a:srgbClr val="004A99"/>
              </a:solidFill>
              <a:effectLst/>
              <a:latin typeface="+mj-lt"/>
            </a:endParaRPr>
          </a:p>
          <a:p>
            <a:pPr eaLnBrk="1" hangingPunct="1">
              <a:spcBef>
                <a:spcPct val="10000"/>
              </a:spcBef>
            </a:pPr>
            <a:r>
              <a:rPr kumimoji="0" lang="en-US" altLang="en-US" sz="4000" b="1" i="0" u="none" strike="noStrike" cap="none" normalizeH="0" baseline="0" dirty="0">
                <a:ln>
                  <a:noFill/>
                </a:ln>
                <a:solidFill>
                  <a:schemeClr val="tx1"/>
                </a:solidFill>
                <a:effectLst/>
                <a:latin typeface="+mj-lt"/>
              </a:rPr>
              <a:t>Objective</a:t>
            </a:r>
            <a:endParaRPr lang="en-US" altLang="en-US" sz="4000" b="1" dirty="0">
              <a:latin typeface="+mj-lt"/>
            </a:endParaRPr>
          </a:p>
          <a:p>
            <a:pPr eaLnBrk="1" hangingPunct="1">
              <a:spcBef>
                <a:spcPct val="10000"/>
              </a:spcBef>
            </a:pPr>
            <a:r>
              <a:rPr kumimoji="0" lang="en-US" altLang="en-US" sz="4000" b="0" i="0" u="none" strike="noStrike" cap="none" normalizeH="0" baseline="0" dirty="0">
                <a:ln>
                  <a:noFill/>
                </a:ln>
                <a:solidFill>
                  <a:schemeClr val="tx1"/>
                </a:solidFill>
                <a:effectLst/>
                <a:latin typeface="+mj-lt"/>
              </a:rPr>
              <a:t> </a:t>
            </a:r>
            <a:r>
              <a:rPr kumimoji="0" lang="en-US" altLang="en-US" sz="4000" b="1" i="0" u="none" strike="noStrike" cap="none" normalizeH="0" baseline="0" dirty="0">
                <a:ln>
                  <a:noFill/>
                </a:ln>
                <a:solidFill>
                  <a:schemeClr val="tx1"/>
                </a:solidFill>
                <a:effectLst/>
                <a:latin typeface="+mj-lt"/>
              </a:rPr>
              <a:t>“</a:t>
            </a:r>
            <a:r>
              <a:rPr lang="en-US" sz="4000" b="1" dirty="0">
                <a:latin typeface="+mj-lt"/>
              </a:rPr>
              <a:t>To characterize the demographic, genetic, systemic, and developmental features of genetically confirmed WDS-affected individuals using international registry data to improve early recognition and multidisciplinary care.”</a:t>
            </a:r>
          </a:p>
          <a:p>
            <a:pPr eaLnBrk="1" hangingPunct="1">
              <a:spcBef>
                <a:spcPct val="10000"/>
              </a:spcBef>
            </a:pPr>
            <a:endParaRPr kumimoji="0" lang="en-US" altLang="en-US" sz="3600" b="0" i="0" u="none" strike="noStrike" cap="none" normalizeH="0" baseline="0" dirty="0">
              <a:ln>
                <a:noFill/>
              </a:ln>
              <a:solidFill>
                <a:schemeClr val="tx1"/>
              </a:solidFill>
              <a:effectLst/>
              <a:latin typeface="+mj-lt"/>
            </a:endParaRPr>
          </a:p>
          <a:p>
            <a:pPr eaLnBrk="1" hangingPunct="1">
              <a:spcBef>
                <a:spcPct val="10000"/>
              </a:spcBef>
            </a:pPr>
            <a:r>
              <a:rPr lang="en-US" altLang="en-US" sz="4000" b="1" dirty="0">
                <a:solidFill>
                  <a:srgbClr val="004A99"/>
                </a:solidFill>
                <a:latin typeface="+mj-lt"/>
              </a:rPr>
              <a:t>Methods:</a:t>
            </a:r>
          </a:p>
          <a:p>
            <a:pPr marL="457200" indent="-457200">
              <a:spcBef>
                <a:spcPts val="1200"/>
              </a:spcBef>
              <a:buFont typeface="Arial" panose="020B0604020202020204" pitchFamily="34" charset="0"/>
              <a:buChar char="•"/>
            </a:pPr>
            <a:r>
              <a:rPr lang="en-US" sz="2800" dirty="0">
                <a:latin typeface="+mj-lt"/>
              </a:rPr>
              <a:t>Data were obtained from the international WDSTS Registry, which integrates caregiver-reported surveys from the </a:t>
            </a:r>
            <a:r>
              <a:rPr lang="en-US" sz="2800" dirty="0" err="1">
                <a:latin typeface="+mj-lt"/>
              </a:rPr>
              <a:t>CoRDS</a:t>
            </a:r>
            <a:r>
              <a:rPr lang="en-US" sz="2800" dirty="0">
                <a:latin typeface="+mj-lt"/>
              </a:rPr>
              <a:t> Registry and the Wiedemann-Steiner Syndrome Foundation (WSS). Data collection began in June 2017, and all records were anonymized.</a:t>
            </a:r>
          </a:p>
          <a:p>
            <a:pPr marL="457200" indent="-457200">
              <a:spcBef>
                <a:spcPts val="1200"/>
              </a:spcBef>
              <a:buFont typeface="Arial" panose="020B0604020202020204" pitchFamily="34" charset="0"/>
              <a:buChar char="•"/>
            </a:pPr>
            <a:r>
              <a:rPr lang="en-US" sz="2800" dirty="0">
                <a:latin typeface="+mj-lt"/>
              </a:rPr>
              <a:t>Survey responses were provided by patients or caregivers and included genetic testing, birth history, symptoms, development, therapies, treatments, education, and quality of life. Participation was voluntary and responses were self-reported.</a:t>
            </a:r>
          </a:p>
          <a:p>
            <a:pPr marL="457200" indent="-457200">
              <a:spcBef>
                <a:spcPts val="1200"/>
              </a:spcBef>
              <a:buFont typeface="Arial" panose="020B0604020202020204" pitchFamily="34" charset="0"/>
              <a:buChar char="•"/>
            </a:pPr>
            <a:r>
              <a:rPr lang="en-US" sz="2800" dirty="0">
                <a:latin typeface="+mj-lt"/>
              </a:rPr>
              <a:t>All genetically confirmed individuals were included regardless of age, sex, or geographic location. Descriptive statistics (median, mean, frequencies, percentages) were calculated using SAS.</a:t>
            </a:r>
          </a:p>
          <a:p>
            <a:pPr marL="457200" indent="-457200">
              <a:spcBef>
                <a:spcPts val="1200"/>
              </a:spcBef>
              <a:buFont typeface="Arial" panose="020B0604020202020204" pitchFamily="34" charset="0"/>
              <a:buChar char="•"/>
            </a:pPr>
            <a:r>
              <a:rPr lang="en-US" sz="2800" dirty="0">
                <a:latin typeface="+mj-lt"/>
              </a:rPr>
              <a:t>Symptoms not explicitly reported were assumed absent; therefore, reported frequencies may underestimate true prevalence.</a:t>
            </a:r>
            <a:endParaRPr lang="en-US" sz="2800" b="0" i="0" u="none" strike="noStrike" dirty="0">
              <a:solidFill>
                <a:srgbClr val="000000"/>
              </a:solidFill>
              <a:effectLst/>
              <a:latin typeface="+mj-lt"/>
            </a:endParaRPr>
          </a:p>
          <a:p>
            <a:pPr rtl="0">
              <a:buNone/>
            </a:pPr>
            <a:endParaRPr lang="en-US" sz="2400" dirty="0">
              <a:solidFill>
                <a:srgbClr val="000000"/>
              </a:solidFill>
              <a:latin typeface="Times New Roman" panose="02020603050405020304" pitchFamily="18" charset="0"/>
            </a:endParaRPr>
          </a:p>
          <a:p>
            <a:pPr rtl="0">
              <a:buNone/>
            </a:pPr>
            <a:endParaRPr lang="en-US" sz="2400" b="0" i="0" u="none" strike="noStrike" dirty="0">
              <a:solidFill>
                <a:srgbClr val="000000"/>
              </a:solidFill>
              <a:effectLst/>
              <a:latin typeface="Times New Roman" panose="02020603050405020304" pitchFamily="18" charset="0"/>
            </a:endParaRPr>
          </a:p>
          <a:p>
            <a:pPr rtl="0">
              <a:buNone/>
            </a:pPr>
            <a:endParaRPr lang="en-US" sz="2400" dirty="0">
              <a:solidFill>
                <a:srgbClr val="000000"/>
              </a:solidFill>
              <a:latin typeface="Times New Roman" panose="02020603050405020304" pitchFamily="18" charset="0"/>
            </a:endParaRPr>
          </a:p>
          <a:p>
            <a:pPr rtl="0">
              <a:buNone/>
            </a:pPr>
            <a:endParaRPr lang="en-US" sz="2400" b="0" i="0" u="none" strike="noStrike" dirty="0">
              <a:solidFill>
                <a:srgbClr val="000000"/>
              </a:solidFill>
              <a:effectLst/>
              <a:latin typeface="Times New Roman" panose="02020603050405020304" pitchFamily="18" charset="0"/>
            </a:endParaRPr>
          </a:p>
          <a:p>
            <a:pPr rtl="0">
              <a:buNone/>
            </a:pPr>
            <a:endParaRPr lang="en-US" sz="2400" dirty="0">
              <a:solidFill>
                <a:srgbClr val="000000"/>
              </a:solidFill>
              <a:latin typeface="Times New Roman" panose="02020603050405020304" pitchFamily="18" charset="0"/>
            </a:endParaRPr>
          </a:p>
          <a:p>
            <a:pPr rtl="0">
              <a:buNone/>
            </a:pPr>
            <a:endParaRPr lang="en-US" sz="2400" b="0" i="0" u="none" strike="noStrike" dirty="0">
              <a:solidFill>
                <a:srgbClr val="000000"/>
              </a:solidFill>
              <a:effectLst/>
              <a:latin typeface="Times New Roman" panose="02020603050405020304" pitchFamily="18" charset="0"/>
            </a:endParaRPr>
          </a:p>
          <a:p>
            <a:pPr rtl="0">
              <a:buNone/>
            </a:pPr>
            <a:endParaRPr lang="en-US" sz="2400" dirty="0">
              <a:solidFill>
                <a:srgbClr val="000000"/>
              </a:solidFill>
              <a:latin typeface="Times New Roman" panose="02020603050405020304" pitchFamily="18" charset="0"/>
            </a:endParaRPr>
          </a:p>
          <a:p>
            <a:pPr rtl="0">
              <a:buNone/>
            </a:pPr>
            <a:endParaRPr lang="en-US" sz="2400" b="0" i="0" u="none" strike="noStrike" dirty="0">
              <a:solidFill>
                <a:srgbClr val="000000"/>
              </a:solidFill>
              <a:effectLst/>
              <a:latin typeface="Times New Roman" panose="02020603050405020304" pitchFamily="18" charset="0"/>
            </a:endParaRPr>
          </a:p>
          <a:p>
            <a:pPr rtl="0">
              <a:buNone/>
            </a:pPr>
            <a:endParaRPr lang="en-US" sz="2400" dirty="0">
              <a:solidFill>
                <a:srgbClr val="000000"/>
              </a:solidFill>
              <a:latin typeface="Times New Roman" panose="02020603050405020304" pitchFamily="18" charset="0"/>
            </a:endParaRPr>
          </a:p>
          <a:p>
            <a:pPr rtl="0">
              <a:buNone/>
            </a:pPr>
            <a:endParaRPr lang="en-US" sz="2400" b="0" i="0" u="none" strike="noStrike" dirty="0">
              <a:solidFill>
                <a:srgbClr val="000000"/>
              </a:solidFill>
              <a:effectLst/>
              <a:latin typeface="Times New Roman" panose="02020603050405020304" pitchFamily="18" charset="0"/>
            </a:endParaRPr>
          </a:p>
          <a:p>
            <a:pPr rtl="0">
              <a:buNone/>
            </a:pPr>
            <a:endParaRPr lang="en-US" sz="2400" dirty="0">
              <a:solidFill>
                <a:srgbClr val="000000"/>
              </a:solidFill>
              <a:latin typeface="Times New Roman" panose="02020603050405020304" pitchFamily="18" charset="0"/>
            </a:endParaRPr>
          </a:p>
          <a:p>
            <a:pPr rtl="0">
              <a:buNone/>
            </a:pPr>
            <a:endParaRPr lang="en-US" sz="2400" b="0" i="0" u="none" strike="noStrike" dirty="0">
              <a:solidFill>
                <a:srgbClr val="000000"/>
              </a:solidFill>
              <a:effectLst/>
              <a:latin typeface="Times New Roman" panose="02020603050405020304" pitchFamily="18" charset="0"/>
            </a:endParaRPr>
          </a:p>
          <a:p>
            <a:pPr rtl="0">
              <a:buNone/>
            </a:pPr>
            <a:endParaRPr lang="en-US" sz="2400" dirty="0">
              <a:solidFill>
                <a:srgbClr val="000000"/>
              </a:solidFill>
              <a:latin typeface="Times New Roman" panose="02020603050405020304" pitchFamily="18" charset="0"/>
            </a:endParaRPr>
          </a:p>
          <a:p>
            <a:pPr rtl="0">
              <a:buNone/>
            </a:pPr>
            <a:endParaRPr lang="en-US" sz="2400" b="0" i="0" u="none" strike="noStrike" dirty="0">
              <a:solidFill>
                <a:srgbClr val="000000"/>
              </a:solidFill>
              <a:effectLst/>
              <a:latin typeface="Times New Roman" panose="02020603050405020304" pitchFamily="18" charset="0"/>
            </a:endParaRPr>
          </a:p>
          <a:p>
            <a:pPr rtl="0">
              <a:buNone/>
            </a:pPr>
            <a:br>
              <a:rPr lang="en-US" sz="2400" b="0" i="0" u="none" strike="noStrike" dirty="0">
                <a:solidFill>
                  <a:srgbClr val="000000"/>
                </a:solidFill>
                <a:effectLst/>
                <a:latin typeface="Times New Roman" panose="02020603050405020304" pitchFamily="18" charset="0"/>
              </a:rPr>
            </a:br>
            <a:br>
              <a:rPr lang="en-US" sz="1800" b="0" i="0" u="none" strike="noStrike" dirty="0">
                <a:solidFill>
                  <a:srgbClr val="000000"/>
                </a:solidFill>
                <a:effectLst/>
                <a:latin typeface="Times New Roman" panose="02020603050405020304" pitchFamily="18" charset="0"/>
              </a:rPr>
            </a:br>
            <a:endParaRPr lang="en-US" sz="2400" b="0" dirty="0">
              <a:effectLst/>
            </a:endParaRPr>
          </a:p>
          <a:p>
            <a:pPr>
              <a:buNone/>
            </a:pPr>
            <a:br>
              <a:rPr lang="en-US" sz="2400" dirty="0"/>
            </a:br>
            <a:endParaRPr lang="en-US" altLang="en-US" sz="4000" b="1" dirty="0">
              <a:solidFill>
                <a:srgbClr val="004A99"/>
              </a:solidFill>
              <a:latin typeface="Avenir Heavy" panose="02000503020000020003" pitchFamily="2" charset="0"/>
            </a:endParaRPr>
          </a:p>
          <a:p>
            <a:pPr rtl="0" fontAlgn="base">
              <a:spcAft>
                <a:spcPts val="1200"/>
              </a:spcAft>
            </a:pPr>
            <a:endParaRPr lang="en-US" sz="2400" b="0" i="0" u="none" strike="noStrike" dirty="0">
              <a:solidFill>
                <a:srgbClr val="000000"/>
              </a:solidFill>
              <a:effectLst/>
              <a:latin typeface="+mj-lt"/>
            </a:endParaRPr>
          </a:p>
          <a:p>
            <a:pPr eaLnBrk="1" hangingPunct="1">
              <a:spcBef>
                <a:spcPct val="10000"/>
              </a:spcBef>
            </a:pPr>
            <a:endParaRPr lang="en-US" altLang="en-US" sz="4000" b="1" dirty="0">
              <a:solidFill>
                <a:srgbClr val="004A99"/>
              </a:solidFill>
              <a:latin typeface="+mj-lt"/>
            </a:endParaRPr>
          </a:p>
          <a:p>
            <a:pPr eaLnBrk="1" hangingPunct="1">
              <a:spcBef>
                <a:spcPct val="10000"/>
              </a:spcBef>
            </a:pPr>
            <a:endParaRPr lang="en-US" altLang="en-US" sz="4000" b="1" dirty="0">
              <a:solidFill>
                <a:srgbClr val="004A99"/>
              </a:solidFill>
              <a:latin typeface="+mj-lt"/>
            </a:endParaRPr>
          </a:p>
        </p:txBody>
      </p:sp>
      <p:sp>
        <p:nvSpPr>
          <p:cNvPr id="8" name="Rectangle 7">
            <a:extLst>
              <a:ext uri="{FF2B5EF4-FFF2-40B4-BE49-F238E27FC236}">
                <a16:creationId xmlns:a16="http://schemas.microsoft.com/office/drawing/2014/main" id="{F49BFF5C-8C43-AEF3-A5C7-A306D6796564}"/>
              </a:ext>
            </a:extLst>
          </p:cNvPr>
          <p:cNvSpPr/>
          <p:nvPr/>
        </p:nvSpPr>
        <p:spPr>
          <a:xfrm>
            <a:off x="0" y="1"/>
            <a:ext cx="43891200" cy="4659085"/>
          </a:xfrm>
          <a:prstGeom prst="rect">
            <a:avLst/>
          </a:prstGeom>
          <a:solidFill>
            <a:srgbClr val="004A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341" name="Text Box 12">
            <a:extLst>
              <a:ext uri="{FF2B5EF4-FFF2-40B4-BE49-F238E27FC236}">
                <a16:creationId xmlns:a16="http://schemas.microsoft.com/office/drawing/2014/main" id="{3D1EBF9B-B7BE-81DE-D151-F88A373A1CDA}"/>
              </a:ext>
            </a:extLst>
          </p:cNvPr>
          <p:cNvSpPr txBox="1">
            <a:spLocks noChangeArrowheads="1"/>
          </p:cNvSpPr>
          <p:nvPr/>
        </p:nvSpPr>
        <p:spPr bwMode="auto">
          <a:xfrm>
            <a:off x="11070797" y="5203614"/>
            <a:ext cx="10678138" cy="27410938"/>
          </a:xfrm>
          <a:prstGeom prst="rect">
            <a:avLst/>
          </a:prstGeom>
          <a:solidFill>
            <a:schemeClr val="bg1"/>
          </a:solidFill>
          <a:ln w="38100">
            <a:solidFill>
              <a:srgbClr val="000000"/>
            </a:solidFill>
            <a:round/>
            <a:headEnd/>
            <a:tailEnd/>
          </a:ln>
        </p:spPr>
        <p:txBody>
          <a:bodyPr lIns="783771" tIns="391886" rIns="783771" bIns="783771"/>
          <a:lstStyle>
            <a:lvl1pPr eaLnBrk="0" hangingPunct="0">
              <a:tabLst>
                <a:tab pos="500063"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0063"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0063"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0063"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0063"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9pPr>
          </a:lstStyle>
          <a:p>
            <a:pPr>
              <a:spcAft>
                <a:spcPts val="1200"/>
              </a:spcAft>
            </a:pPr>
            <a:r>
              <a:rPr lang="en-US" altLang="en-US" sz="4000" b="1" dirty="0">
                <a:solidFill>
                  <a:srgbClr val="004A99"/>
                </a:solidFill>
                <a:latin typeface="+mj-lt"/>
              </a:rPr>
              <a:t>Results/Implementation:</a:t>
            </a:r>
          </a:p>
          <a:p>
            <a:pPr marL="342900" indent="-342900" rtl="0">
              <a:buFont typeface="Arial" panose="020B0604020202020204" pitchFamily="34" charset="0"/>
              <a:buChar char="•"/>
            </a:pPr>
            <a:r>
              <a:rPr lang="en-US" sz="2800" b="0" i="0" u="none" strike="noStrike" dirty="0">
                <a:solidFill>
                  <a:srgbClr val="000000"/>
                </a:solidFill>
                <a:effectLst/>
                <a:latin typeface="Times New Roman" panose="02020603050405020304" pitchFamily="18" charset="0"/>
              </a:rPr>
              <a:t>The dataset included </a:t>
            </a:r>
            <a:r>
              <a:rPr lang="en-US" sz="2800" dirty="0">
                <a:solidFill>
                  <a:srgbClr val="000000"/>
                </a:solidFill>
                <a:latin typeface="Times New Roman" panose="02020603050405020304" pitchFamily="18" charset="0"/>
              </a:rPr>
              <a:t>166</a:t>
            </a:r>
            <a:r>
              <a:rPr lang="en-US" sz="2800" b="0" i="0" u="none" strike="noStrike" dirty="0">
                <a:solidFill>
                  <a:srgbClr val="000000"/>
                </a:solidFill>
                <a:effectLst/>
                <a:latin typeface="Times New Roman" panose="02020603050405020304" pitchFamily="18" charset="0"/>
              </a:rPr>
              <a:t> WDSTS diagnosed patients, with137 genetically confirmed individuals. </a:t>
            </a:r>
            <a:endParaRPr lang="en-US" sz="2000" dirty="0">
              <a:solidFill>
                <a:srgbClr val="000000"/>
              </a:solidFill>
              <a:latin typeface="Times New Roman" panose="02020603050405020304" pitchFamily="18" charset="0"/>
            </a:endParaRPr>
          </a:p>
          <a:p>
            <a:pPr eaLnBrk="1" hangingPunct="1"/>
            <a:endParaRPr lang="en-US" sz="2400" b="0" i="0" u="none" strike="noStrike" dirty="0">
              <a:solidFill>
                <a:srgbClr val="000000"/>
              </a:solidFill>
              <a:effectLst/>
              <a:latin typeface="Times New Roman" panose="02020603050405020304" pitchFamily="18" charset="0"/>
            </a:endParaRPr>
          </a:p>
          <a:p>
            <a:pPr marL="342900" indent="-342900" eaLnBrk="1" hangingPunct="1">
              <a:buFont typeface="Arial" panose="020B0604020202020204" pitchFamily="34" charset="0"/>
              <a:buChar char="•"/>
            </a:pPr>
            <a:endParaRPr lang="en-US" sz="2400" dirty="0">
              <a:solidFill>
                <a:srgbClr val="000000"/>
              </a:solidFill>
              <a:latin typeface="Times New Roman" panose="02020603050405020304" pitchFamily="18" charset="0"/>
            </a:endParaRPr>
          </a:p>
          <a:p>
            <a:pPr marL="342900" indent="-342900" eaLnBrk="1" hangingPunct="1">
              <a:buFont typeface="Arial" panose="020B0604020202020204" pitchFamily="34" charset="0"/>
              <a:buChar char="•"/>
            </a:pPr>
            <a:endParaRPr lang="en-US" sz="2400" b="0" i="0" u="none" strike="noStrike" dirty="0">
              <a:solidFill>
                <a:srgbClr val="000000"/>
              </a:solidFill>
              <a:effectLst/>
              <a:latin typeface="Times New Roman" panose="02020603050405020304" pitchFamily="18" charset="0"/>
            </a:endParaRPr>
          </a:p>
          <a:p>
            <a:pPr marL="342900" indent="-342900" eaLnBrk="1" hangingPunct="1">
              <a:buFont typeface="Arial" panose="020B0604020202020204" pitchFamily="34" charset="0"/>
              <a:buChar char="•"/>
            </a:pPr>
            <a:endParaRPr lang="en-US" sz="2400" dirty="0">
              <a:solidFill>
                <a:srgbClr val="000000"/>
              </a:solidFill>
              <a:latin typeface="Times New Roman" panose="02020603050405020304" pitchFamily="18" charset="0"/>
            </a:endParaRPr>
          </a:p>
          <a:p>
            <a:pPr marL="342900" indent="-342900" eaLnBrk="1" hangingPunct="1">
              <a:buFont typeface="Arial" panose="020B0604020202020204" pitchFamily="34" charset="0"/>
              <a:buChar char="•"/>
            </a:pPr>
            <a:endParaRPr lang="en-US" sz="2400" b="0" i="0" u="none" strike="noStrike" dirty="0">
              <a:solidFill>
                <a:srgbClr val="000000"/>
              </a:solidFill>
              <a:effectLst/>
              <a:latin typeface="Times New Roman" panose="02020603050405020304" pitchFamily="18" charset="0"/>
            </a:endParaRPr>
          </a:p>
          <a:p>
            <a:pPr marL="342900" indent="-342900" eaLnBrk="1" hangingPunct="1">
              <a:buFont typeface="Arial" panose="020B0604020202020204" pitchFamily="34" charset="0"/>
              <a:buChar char="•"/>
            </a:pPr>
            <a:endParaRPr lang="en-US" sz="2400" b="0" i="0" u="none" strike="noStrike" dirty="0">
              <a:solidFill>
                <a:srgbClr val="000000"/>
              </a:solidFill>
              <a:effectLst/>
              <a:latin typeface="Times New Roman" panose="02020603050405020304" pitchFamily="18" charset="0"/>
            </a:endParaRPr>
          </a:p>
          <a:p>
            <a:pPr marL="342900" indent="-342900" eaLnBrk="1" hangingPunct="1">
              <a:buFont typeface="Arial" panose="020B0604020202020204" pitchFamily="34" charset="0"/>
              <a:buChar char="•"/>
            </a:pPr>
            <a:endParaRPr lang="en-US" sz="2400" dirty="0">
              <a:solidFill>
                <a:srgbClr val="000000"/>
              </a:solidFill>
              <a:latin typeface="Times New Roman" panose="02020603050405020304" pitchFamily="18" charset="0"/>
            </a:endParaRPr>
          </a:p>
          <a:p>
            <a:pPr marL="342900" indent="-342900" eaLnBrk="1" hangingPunct="1">
              <a:buFont typeface="Arial" panose="020B0604020202020204" pitchFamily="34" charset="0"/>
              <a:buChar char="•"/>
            </a:pPr>
            <a:endParaRPr lang="en-US" sz="2400" b="0" i="0" u="none" strike="noStrike" dirty="0">
              <a:solidFill>
                <a:srgbClr val="000000"/>
              </a:solidFill>
              <a:effectLst/>
              <a:latin typeface="Times New Roman" panose="02020603050405020304" pitchFamily="18" charset="0"/>
            </a:endParaRPr>
          </a:p>
          <a:p>
            <a:pPr marL="342900" indent="-342900" eaLnBrk="1" hangingPunct="1">
              <a:buFont typeface="Arial" panose="020B0604020202020204" pitchFamily="34" charset="0"/>
              <a:buChar char="•"/>
            </a:pPr>
            <a:endParaRPr lang="en-US" sz="2400" dirty="0">
              <a:solidFill>
                <a:srgbClr val="000000"/>
              </a:solidFill>
              <a:latin typeface="Times New Roman" panose="02020603050405020304" pitchFamily="18" charset="0"/>
            </a:endParaRPr>
          </a:p>
          <a:p>
            <a:pPr marL="342900" indent="-342900" eaLnBrk="1" hangingPunct="1">
              <a:buFont typeface="Arial" panose="020B0604020202020204" pitchFamily="34" charset="0"/>
              <a:buChar char="•"/>
            </a:pPr>
            <a:endParaRPr lang="en-US" sz="2400" b="0" i="0" u="none" strike="noStrike" dirty="0">
              <a:solidFill>
                <a:srgbClr val="000000"/>
              </a:solidFill>
              <a:effectLst/>
              <a:latin typeface="Times New Roman" panose="02020603050405020304" pitchFamily="18" charset="0"/>
            </a:endParaRPr>
          </a:p>
          <a:p>
            <a:pPr marL="342900" indent="-342900" eaLnBrk="1" hangingPunct="1">
              <a:buFont typeface="Arial" panose="020B0604020202020204" pitchFamily="34" charset="0"/>
              <a:buChar char="•"/>
            </a:pPr>
            <a:endParaRPr lang="en-US" sz="2400" dirty="0">
              <a:solidFill>
                <a:srgbClr val="000000"/>
              </a:solidFill>
              <a:latin typeface="Times New Roman" panose="02020603050405020304" pitchFamily="18" charset="0"/>
            </a:endParaRPr>
          </a:p>
          <a:p>
            <a:pPr eaLnBrk="1" hangingPunct="1"/>
            <a:endParaRPr lang="en-US" sz="2400" b="0" i="0" u="none" strike="noStrike" dirty="0">
              <a:solidFill>
                <a:srgbClr val="000000"/>
              </a:solidFill>
              <a:effectLst/>
              <a:latin typeface="Times New Roman" panose="02020603050405020304" pitchFamily="18" charset="0"/>
            </a:endParaRPr>
          </a:p>
          <a:p>
            <a:pPr eaLnBrk="1" hangingPunct="1"/>
            <a:endParaRPr lang="en-US" sz="2800" b="0" i="0" u="none" strike="noStrike" dirty="0">
              <a:solidFill>
                <a:srgbClr val="000000"/>
              </a:solidFill>
              <a:effectLst/>
              <a:latin typeface="Times New Roman" panose="02020603050405020304" pitchFamily="18" charset="0"/>
            </a:endParaRPr>
          </a:p>
          <a:p>
            <a:pPr eaLnBrk="1" hangingPunct="1"/>
            <a:r>
              <a:rPr lang="en-US" sz="2800" b="0" i="0" u="none" strike="noStrike" dirty="0">
                <a:solidFill>
                  <a:srgbClr val="000000"/>
                </a:solidFill>
                <a:effectLst/>
                <a:latin typeface="Times New Roman" panose="02020603050405020304" pitchFamily="18" charset="0"/>
              </a:rPr>
              <a:t>                                                      </a:t>
            </a:r>
          </a:p>
          <a:p>
            <a:pPr eaLnBrk="1" hangingPunct="1"/>
            <a:endParaRPr lang="en-US" sz="2800" b="0" i="0" u="none" strike="noStrike" dirty="0">
              <a:solidFill>
                <a:srgbClr val="000000"/>
              </a:solidFill>
              <a:effectLst/>
              <a:latin typeface="Times New Roman" panose="02020603050405020304" pitchFamily="18" charset="0"/>
            </a:endParaRPr>
          </a:p>
          <a:p>
            <a:pPr eaLnBrk="1" hangingPunct="1"/>
            <a:r>
              <a:rPr lang="en-US" sz="2400" b="1" i="1" dirty="0">
                <a:solidFill>
                  <a:srgbClr val="000000"/>
                </a:solidFill>
                <a:latin typeface="+mj-lt"/>
              </a:rPr>
              <a:t>Figure 1</a:t>
            </a:r>
            <a:r>
              <a:rPr lang="en-US" sz="2400" i="1" dirty="0">
                <a:solidFill>
                  <a:srgbClr val="000000"/>
                </a:solidFill>
                <a:latin typeface="+mj-lt"/>
              </a:rPr>
              <a:t>:</a:t>
            </a:r>
            <a:r>
              <a:rPr lang="en-US" sz="2400" i="1" dirty="0">
                <a:latin typeface="+mj-lt"/>
              </a:rPr>
              <a:t>Median age of the diagnosis of patients with WDSTS per region</a:t>
            </a:r>
            <a:r>
              <a:rPr lang="en-US" sz="2800" dirty="0"/>
              <a:t>. </a:t>
            </a:r>
            <a:endParaRPr lang="en-US" sz="2800" i="1" dirty="0">
              <a:solidFill>
                <a:srgbClr val="000000"/>
              </a:solidFill>
              <a:latin typeface="Times New Roman" panose="02020603050405020304" pitchFamily="18" charset="0"/>
            </a:endParaRPr>
          </a:p>
          <a:p>
            <a:pPr eaLnBrk="1" hangingPunct="1"/>
            <a:endParaRPr lang="en-US" sz="1800" b="0" i="0" u="none" strike="noStrike" dirty="0">
              <a:solidFill>
                <a:srgbClr val="000000"/>
              </a:solidFill>
              <a:effectLst/>
              <a:latin typeface="Times New Roman" panose="02020603050405020304" pitchFamily="18" charset="0"/>
            </a:endParaRPr>
          </a:p>
          <a:p>
            <a:pPr marL="342900" indent="-342900" eaLnBrk="1" hangingPunct="1">
              <a:buFont typeface="Arial" panose="020B0604020202020204" pitchFamily="34" charset="0"/>
              <a:buChar char="•"/>
            </a:pPr>
            <a:r>
              <a:rPr lang="en-US" sz="2800" dirty="0">
                <a:latin typeface="+mj-lt"/>
              </a:rPr>
              <a:t>The median age at diagnosis among genetically confirmed individuals (n=137) was approximately 5 years, with substantial variability and several late-diagnosis outliers extending into adulthood.</a:t>
            </a:r>
          </a:p>
          <a:p>
            <a:pPr marL="342900" indent="-342900" eaLnBrk="1" hangingPunct="1">
              <a:buFont typeface="Arial" panose="020B0604020202020204" pitchFamily="34" charset="0"/>
              <a:buChar char="•"/>
            </a:pPr>
            <a:r>
              <a:rPr lang="en-US" sz="2800" dirty="0">
                <a:latin typeface="+mj-lt"/>
              </a:rPr>
              <a:t>Median age at diagnosis was earlier in North America (4 years) compared to Europe (7 years), suggesting potential regional differences in recognition or access to genetic testing.</a:t>
            </a:r>
            <a:endParaRPr lang="en-US" sz="2800" dirty="0">
              <a:solidFill>
                <a:srgbClr val="000000"/>
              </a:solidFill>
              <a:latin typeface="Times New Roman" panose="02020603050405020304" pitchFamily="18" charset="0"/>
            </a:endParaRPr>
          </a:p>
          <a:p>
            <a:pPr marL="342900" indent="-342900" eaLnBrk="1" hangingPunct="1">
              <a:buFont typeface="Arial" panose="020B0604020202020204" pitchFamily="34" charset="0"/>
              <a:buChar char="•"/>
            </a:pPr>
            <a:endParaRPr lang="en-US" sz="2800" b="0" i="0" u="none" strike="noStrike" dirty="0">
              <a:solidFill>
                <a:srgbClr val="000000"/>
              </a:solidFill>
              <a:effectLst/>
              <a:latin typeface="Times New Roman" panose="02020603050405020304" pitchFamily="18" charset="0"/>
            </a:endParaRPr>
          </a:p>
          <a:p>
            <a:pPr eaLnBrk="1" hangingPunct="1"/>
            <a:endParaRPr lang="en-US" sz="1800" dirty="0">
              <a:solidFill>
                <a:srgbClr val="000000"/>
              </a:solidFill>
              <a:latin typeface="Times New Roman" panose="02020603050405020304" pitchFamily="18" charset="0"/>
            </a:endParaRPr>
          </a:p>
          <a:p>
            <a:pPr eaLnBrk="1" hangingPunct="1"/>
            <a:endParaRPr lang="en-US" sz="1800" b="0" i="0" u="none" strike="noStrike" dirty="0">
              <a:solidFill>
                <a:srgbClr val="000000"/>
              </a:solidFill>
              <a:effectLst/>
              <a:latin typeface="Times New Roman" panose="02020603050405020304" pitchFamily="18" charset="0"/>
            </a:endParaRPr>
          </a:p>
          <a:p>
            <a:pPr eaLnBrk="1" hangingPunct="1"/>
            <a:endParaRPr lang="en-US" sz="1800" dirty="0">
              <a:solidFill>
                <a:srgbClr val="000000"/>
              </a:solidFill>
              <a:latin typeface="Times New Roman" panose="02020603050405020304" pitchFamily="18" charset="0"/>
            </a:endParaRPr>
          </a:p>
          <a:p>
            <a:pPr eaLnBrk="1" hangingPunct="1"/>
            <a:endParaRPr lang="en-US" sz="1800" b="0" i="0" u="none" strike="noStrike" dirty="0">
              <a:solidFill>
                <a:srgbClr val="000000"/>
              </a:solidFill>
              <a:effectLst/>
              <a:latin typeface="Times New Roman" panose="02020603050405020304" pitchFamily="18" charset="0"/>
            </a:endParaRPr>
          </a:p>
          <a:p>
            <a:pPr eaLnBrk="1" hangingPunct="1"/>
            <a:endParaRPr lang="en-US" sz="1800" dirty="0">
              <a:solidFill>
                <a:srgbClr val="000000"/>
              </a:solidFill>
              <a:latin typeface="Times New Roman" panose="02020603050405020304" pitchFamily="18" charset="0"/>
            </a:endParaRPr>
          </a:p>
          <a:p>
            <a:pPr eaLnBrk="1" hangingPunct="1"/>
            <a:endParaRPr lang="en-US" sz="1800" b="0" i="0" u="none" strike="noStrike" dirty="0">
              <a:solidFill>
                <a:srgbClr val="000000"/>
              </a:solidFill>
              <a:effectLst/>
              <a:latin typeface="Times New Roman" panose="02020603050405020304" pitchFamily="18" charset="0"/>
            </a:endParaRPr>
          </a:p>
          <a:p>
            <a:pPr eaLnBrk="1" hangingPunct="1"/>
            <a:endParaRPr lang="en-US" sz="2800" dirty="0">
              <a:solidFill>
                <a:srgbClr val="000000"/>
              </a:solidFill>
              <a:latin typeface="Times New Roman" panose="02020603050405020304" pitchFamily="18" charset="0"/>
            </a:endParaRPr>
          </a:p>
          <a:p>
            <a:pPr eaLnBrk="1" hangingPunct="1"/>
            <a:endParaRPr lang="en-US" sz="2800" b="0" i="0" u="none" strike="noStrike" dirty="0">
              <a:solidFill>
                <a:srgbClr val="000000"/>
              </a:solidFill>
              <a:effectLst/>
              <a:latin typeface="Times New Roman" panose="02020603050405020304" pitchFamily="18" charset="0"/>
            </a:endParaRPr>
          </a:p>
          <a:p>
            <a:pPr eaLnBrk="1" hangingPunct="1"/>
            <a:endParaRPr lang="en-US" sz="2800" dirty="0">
              <a:solidFill>
                <a:srgbClr val="000000"/>
              </a:solidFill>
              <a:latin typeface="Times New Roman" panose="02020603050405020304" pitchFamily="18" charset="0"/>
            </a:endParaRPr>
          </a:p>
          <a:p>
            <a:pPr eaLnBrk="1" hangingPunct="1"/>
            <a:endParaRPr lang="en-US" sz="2800" dirty="0">
              <a:latin typeface="+mn-lt"/>
            </a:endParaRPr>
          </a:p>
          <a:p>
            <a:pPr marL="342900" indent="-342900" eaLnBrk="1" hangingPunct="1">
              <a:buFont typeface="Arial" panose="020B0604020202020204" pitchFamily="34" charset="0"/>
              <a:buChar char="•"/>
            </a:pPr>
            <a:endParaRPr lang="en-US" sz="2800" dirty="0">
              <a:latin typeface="+mn-lt"/>
            </a:endParaRPr>
          </a:p>
          <a:p>
            <a:pPr eaLnBrk="1" hangingPunct="1"/>
            <a:endParaRPr lang="en-US" sz="2800" dirty="0">
              <a:latin typeface="+mn-lt"/>
            </a:endParaRPr>
          </a:p>
          <a:p>
            <a:pPr eaLnBrk="1" hangingPunct="1"/>
            <a:endParaRPr lang="en-US" sz="2400" dirty="0">
              <a:latin typeface="+mn-lt"/>
            </a:endParaRPr>
          </a:p>
          <a:p>
            <a:pPr marL="342900" indent="-342900" eaLnBrk="1" hangingPunct="1">
              <a:buFont typeface="Arial" panose="020B0604020202020204" pitchFamily="34" charset="0"/>
              <a:buChar char="•"/>
            </a:pPr>
            <a:endParaRPr lang="en-US" sz="2400" dirty="0">
              <a:latin typeface="+mn-lt"/>
            </a:endParaRPr>
          </a:p>
          <a:p>
            <a:pPr marL="342900" indent="-342900" eaLnBrk="1" hangingPunct="1">
              <a:buFont typeface="Arial" panose="020B0604020202020204" pitchFamily="34" charset="0"/>
              <a:buChar char="•"/>
            </a:pPr>
            <a:endParaRPr lang="en-US" sz="2400" dirty="0">
              <a:latin typeface="+mn-lt"/>
            </a:endParaRPr>
          </a:p>
          <a:p>
            <a:pPr eaLnBrk="1" hangingPunct="1"/>
            <a:r>
              <a:rPr lang="en-US" sz="2400" b="1" i="1" dirty="0">
                <a:solidFill>
                  <a:srgbClr val="000000"/>
                </a:solidFill>
                <a:latin typeface="Times New Roman" panose="02020603050405020304" pitchFamily="18" charset="0"/>
              </a:rPr>
              <a:t>Figure 2</a:t>
            </a:r>
            <a:r>
              <a:rPr lang="en-US" sz="2400" i="1" dirty="0">
                <a:solidFill>
                  <a:srgbClr val="000000"/>
                </a:solidFill>
                <a:latin typeface="Times New Roman" panose="02020603050405020304" pitchFamily="18" charset="0"/>
              </a:rPr>
              <a:t>: Distribution of mutation types for KMT2A confirmed individuals (n = 137)</a:t>
            </a:r>
            <a:endParaRPr lang="en-US" sz="2400" i="1" dirty="0"/>
          </a:p>
          <a:p>
            <a:pPr eaLnBrk="1" hangingPunct="1"/>
            <a:endParaRPr lang="en-US" sz="2400" dirty="0">
              <a:latin typeface="+mn-lt"/>
            </a:endParaRPr>
          </a:p>
          <a:p>
            <a:pPr marL="457200" indent="-457200" eaLnBrk="1" hangingPunct="1">
              <a:buFont typeface="Arial" panose="020B0604020202020204" pitchFamily="34" charset="0"/>
              <a:buChar char="•"/>
            </a:pPr>
            <a:r>
              <a:rPr lang="en-US" sz="2800" dirty="0">
                <a:latin typeface="+mj-lt"/>
              </a:rPr>
              <a:t>The majority of genetically confirmed WDSTS cases were spontaneous mutations (81.7%), while inherited mutations were rare (2.9%), highlighting the predominance of de novo genetic events.</a:t>
            </a:r>
          </a:p>
          <a:p>
            <a:pPr marL="457200" indent="-457200" eaLnBrk="1" hangingPunct="1">
              <a:buFont typeface="Arial" panose="020B0604020202020204" pitchFamily="34" charset="0"/>
              <a:buChar char="•"/>
            </a:pPr>
            <a:endParaRPr lang="en-US" sz="2800" dirty="0">
              <a:latin typeface="+mj-lt"/>
            </a:endParaRPr>
          </a:p>
          <a:p>
            <a:pPr marL="457200" indent="-457200" eaLnBrk="1" hangingPunct="1">
              <a:buFont typeface="Arial" panose="020B0604020202020204" pitchFamily="34" charset="0"/>
              <a:buChar char="•"/>
            </a:pPr>
            <a:endParaRPr lang="en-US" sz="2800" dirty="0">
              <a:latin typeface="+mj-lt"/>
            </a:endParaRPr>
          </a:p>
          <a:p>
            <a:pPr marL="457200" indent="-457200" eaLnBrk="1" hangingPunct="1">
              <a:buFont typeface="Arial" panose="020B0604020202020204" pitchFamily="34" charset="0"/>
              <a:buChar char="•"/>
            </a:pPr>
            <a:endParaRPr lang="en-US" sz="2400" dirty="0">
              <a:latin typeface="+mn-lt"/>
            </a:endParaRPr>
          </a:p>
          <a:p>
            <a:pPr marL="342900" indent="-342900" eaLnBrk="1" hangingPunct="1">
              <a:buFont typeface="Arial" panose="020B0604020202020204" pitchFamily="34" charset="0"/>
              <a:buChar char="•"/>
            </a:pPr>
            <a:endParaRPr lang="en-US" sz="2400" dirty="0">
              <a:latin typeface="+mn-lt"/>
            </a:endParaRPr>
          </a:p>
          <a:p>
            <a:pPr marL="342900" indent="-342900" eaLnBrk="1" hangingPunct="1">
              <a:buFont typeface="Arial" panose="020B0604020202020204" pitchFamily="34" charset="0"/>
              <a:buChar char="•"/>
            </a:pPr>
            <a:endParaRPr lang="en-US" sz="2400" dirty="0">
              <a:latin typeface="+mn-lt"/>
            </a:endParaRPr>
          </a:p>
          <a:p>
            <a:pPr marL="342900" indent="-342900" eaLnBrk="1" hangingPunct="1">
              <a:buFont typeface="Arial" panose="020B0604020202020204" pitchFamily="34" charset="0"/>
              <a:buChar char="•"/>
            </a:pPr>
            <a:endParaRPr lang="en-US" sz="2400" dirty="0">
              <a:latin typeface="+mn-lt"/>
            </a:endParaRPr>
          </a:p>
          <a:p>
            <a:pPr marL="342900" indent="-342900" eaLnBrk="1" hangingPunct="1">
              <a:buFont typeface="Arial" panose="020B0604020202020204" pitchFamily="34" charset="0"/>
              <a:buChar char="•"/>
            </a:pPr>
            <a:endParaRPr lang="en-US" sz="2400" dirty="0">
              <a:latin typeface="+mn-lt"/>
            </a:endParaRPr>
          </a:p>
          <a:p>
            <a:pPr marL="342900" indent="-342900" eaLnBrk="1" hangingPunct="1">
              <a:buFont typeface="Arial" panose="020B0604020202020204" pitchFamily="34" charset="0"/>
              <a:buChar char="•"/>
            </a:pPr>
            <a:endParaRPr lang="en-US" sz="2400" dirty="0">
              <a:latin typeface="+mn-lt"/>
            </a:endParaRPr>
          </a:p>
          <a:p>
            <a:pPr marL="342900" indent="-342900" eaLnBrk="1" hangingPunct="1">
              <a:buFont typeface="Arial" panose="020B0604020202020204" pitchFamily="34" charset="0"/>
              <a:buChar char="•"/>
            </a:pPr>
            <a:endParaRPr lang="en-US" sz="2400" dirty="0">
              <a:latin typeface="+mn-lt"/>
            </a:endParaRPr>
          </a:p>
          <a:p>
            <a:pPr marL="342900" indent="-342900" eaLnBrk="1" hangingPunct="1">
              <a:buFont typeface="Arial" panose="020B0604020202020204" pitchFamily="34" charset="0"/>
              <a:buChar char="•"/>
            </a:pPr>
            <a:endParaRPr lang="en-US" sz="2400" dirty="0">
              <a:latin typeface="+mn-lt"/>
            </a:endParaRPr>
          </a:p>
          <a:p>
            <a:pPr marL="342900" indent="-342900" eaLnBrk="1" hangingPunct="1">
              <a:buFont typeface="Arial" panose="020B0604020202020204" pitchFamily="34" charset="0"/>
              <a:buChar char="•"/>
            </a:pPr>
            <a:endParaRPr lang="en-US" sz="2400" dirty="0">
              <a:latin typeface="+mn-lt"/>
            </a:endParaRPr>
          </a:p>
          <a:p>
            <a:br>
              <a:rPr lang="en-US" sz="1800" b="0" i="0" u="none" strike="noStrike" dirty="0">
                <a:solidFill>
                  <a:srgbClr val="000000"/>
                </a:solidFill>
                <a:effectLst/>
                <a:latin typeface="Times New Roman" panose="02020603050405020304" pitchFamily="18" charset="0"/>
              </a:rPr>
            </a:br>
            <a:endParaRPr lang="en-US" sz="1800" b="0" i="0" u="none" strike="noStrike" dirty="0">
              <a:solidFill>
                <a:srgbClr val="000000"/>
              </a:solidFill>
              <a:effectLst/>
              <a:latin typeface="Times New Roman" panose="02020603050405020304" pitchFamily="18" charset="0"/>
            </a:endParaRPr>
          </a:p>
          <a:p>
            <a:r>
              <a:rPr lang="en-US" sz="2400" b="1" i="1" dirty="0">
                <a:solidFill>
                  <a:srgbClr val="000000"/>
                </a:solidFill>
                <a:latin typeface="Times New Roman" panose="02020603050405020304" pitchFamily="18" charset="0"/>
              </a:rPr>
              <a:t>Figure 3</a:t>
            </a:r>
            <a:r>
              <a:rPr lang="en-US" sz="2400" i="1" dirty="0">
                <a:solidFill>
                  <a:srgbClr val="000000"/>
                </a:solidFill>
                <a:latin typeface="Times New Roman" panose="02020603050405020304" pitchFamily="18" charset="0"/>
              </a:rPr>
              <a:t>: Age of First Symptom noticed for all patients (n = 166)</a:t>
            </a:r>
            <a:endParaRPr lang="en-US" sz="2400" b="0" i="0" u="none" strike="noStrike" dirty="0">
              <a:solidFill>
                <a:srgbClr val="000000"/>
              </a:solidFill>
              <a:effectLst/>
              <a:latin typeface="+mn-lt"/>
            </a:endParaRPr>
          </a:p>
          <a:p>
            <a:pPr eaLnBrk="1" hangingPunct="1"/>
            <a:endParaRPr lang="en-US" sz="1800" dirty="0">
              <a:latin typeface="+mj-lt"/>
            </a:endParaRPr>
          </a:p>
          <a:p>
            <a:pPr marL="457200" indent="-457200" eaLnBrk="1" hangingPunct="1">
              <a:buFont typeface="Arial" panose="020B0604020202020204" pitchFamily="34" charset="0"/>
              <a:buChar char="•"/>
            </a:pPr>
            <a:r>
              <a:rPr lang="en-US" sz="2800" dirty="0">
                <a:latin typeface="+mj-lt"/>
              </a:rPr>
              <a:t>Most features were reported at birth (n=82), while many others were recognized in early childhood (median ~1.5 years), demonstrating early clinical manifestation with considerable variability in onset and phenotypic expression.</a:t>
            </a:r>
            <a:endParaRPr lang="en-US" altLang="en-US" sz="2800" i="1" dirty="0">
              <a:solidFill>
                <a:schemeClr val="accent2"/>
              </a:solidFill>
              <a:latin typeface="+mj-lt"/>
            </a:endParaRPr>
          </a:p>
        </p:txBody>
      </p:sp>
      <p:sp>
        <p:nvSpPr>
          <p:cNvPr id="14342" name="Text Box 13">
            <a:extLst>
              <a:ext uri="{FF2B5EF4-FFF2-40B4-BE49-F238E27FC236}">
                <a16:creationId xmlns:a16="http://schemas.microsoft.com/office/drawing/2014/main" id="{51BAEB22-291C-ADEE-0759-442167BA14D9}"/>
              </a:ext>
            </a:extLst>
          </p:cNvPr>
          <p:cNvSpPr txBox="1">
            <a:spLocks noChangeArrowheads="1"/>
          </p:cNvSpPr>
          <p:nvPr/>
        </p:nvSpPr>
        <p:spPr bwMode="auto">
          <a:xfrm>
            <a:off x="33299305" y="5203614"/>
            <a:ext cx="10117140" cy="27410939"/>
          </a:xfrm>
          <a:prstGeom prst="rect">
            <a:avLst/>
          </a:prstGeom>
          <a:solidFill>
            <a:schemeClr val="bg1"/>
          </a:solidFill>
          <a:ln w="38100">
            <a:solidFill>
              <a:srgbClr val="000000"/>
            </a:solidFill>
            <a:round/>
            <a:headEnd/>
            <a:tailEnd/>
          </a:ln>
        </p:spPr>
        <p:txBody>
          <a:bodyPr lIns="783771" tIns="391886" rIns="783771" bIns="783771"/>
          <a:lstStyle>
            <a:lvl1pPr eaLnBrk="0" hangingPunct="0">
              <a:tabLst>
                <a:tab pos="635000"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635000"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635000"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635000"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635000"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9pPr>
          </a:lstStyle>
          <a:p>
            <a:pPr algn="just" eaLnBrk="1" hangingPunct="1">
              <a:spcBef>
                <a:spcPct val="50000"/>
              </a:spcBef>
            </a:pPr>
            <a:r>
              <a:rPr lang="en-US" altLang="en-US" sz="4000" b="1" dirty="0">
                <a:solidFill>
                  <a:srgbClr val="004A99"/>
                </a:solidFill>
                <a:latin typeface="+mj-lt"/>
              </a:rPr>
              <a:t>Discussion:</a:t>
            </a:r>
          </a:p>
          <a:p>
            <a:pPr marL="342900" indent="-342900" eaLnBrk="1" hangingPunct="1">
              <a:spcBef>
                <a:spcPct val="50000"/>
              </a:spcBef>
              <a:buFont typeface="Arial" panose="020B0604020202020204" pitchFamily="34" charset="0"/>
              <a:buChar char="•"/>
            </a:pPr>
            <a:r>
              <a:rPr lang="en-US" altLang="en-US" sz="2800" dirty="0">
                <a:latin typeface="+mj-lt"/>
              </a:rPr>
              <a:t>WDSTS demonstrates substantial phenotypic variability, contributing to delayed recognition and inequities in diagnosis, particularly in regions with limited access to genetic testing and specialty care. </a:t>
            </a:r>
          </a:p>
          <a:p>
            <a:pPr marL="342900" indent="-342900" eaLnBrk="1" hangingPunct="1">
              <a:spcBef>
                <a:spcPct val="50000"/>
              </a:spcBef>
              <a:buFont typeface="Arial" panose="020B0604020202020204" pitchFamily="34" charset="0"/>
              <a:buChar char="•"/>
            </a:pPr>
            <a:r>
              <a:rPr lang="en-US" sz="2800" dirty="0">
                <a:latin typeface="+mj-lt"/>
              </a:rPr>
              <a:t>Genetic testing is critical for diagnosis, yet cost, insurance barriers, and limited provider familiarity with genetics remain major obstacles to timely identification.</a:t>
            </a:r>
          </a:p>
          <a:p>
            <a:pPr marL="342900" indent="-342900" eaLnBrk="1" hangingPunct="1">
              <a:spcBef>
                <a:spcPct val="50000"/>
              </a:spcBef>
              <a:buFont typeface="Arial" panose="020B0604020202020204" pitchFamily="34" charset="0"/>
              <a:buChar char="•"/>
            </a:pPr>
            <a:r>
              <a:rPr lang="en-US" sz="2800" dirty="0">
                <a:latin typeface="+mj-lt"/>
              </a:rPr>
              <a:t>Regional and age-related disparities were observed, including differences in diagnostic timing and quality of life, highlighting the need for improved surveillance, standardized assessments, and targeted support for adults with WDSTS.</a:t>
            </a:r>
          </a:p>
          <a:p>
            <a:pPr marL="342900" indent="-342900" eaLnBrk="1" hangingPunct="1">
              <a:spcBef>
                <a:spcPct val="50000"/>
              </a:spcBef>
              <a:buFont typeface="Arial" panose="020B0604020202020204" pitchFamily="34" charset="0"/>
              <a:buChar char="•"/>
            </a:pPr>
            <a:r>
              <a:rPr lang="en-US" sz="2800" dirty="0">
                <a:latin typeface="+mj-lt"/>
              </a:rPr>
              <a:t>Registry-based caregiver data provide valuable real-world insights, but variability in reporting, missing data, and a lack of genotype information limit genotype-phenotype correlations and precise prevalence estimates.</a:t>
            </a:r>
          </a:p>
          <a:p>
            <a:pPr algn="just" eaLnBrk="1" hangingPunct="1">
              <a:spcBef>
                <a:spcPct val="50000"/>
              </a:spcBef>
            </a:pPr>
            <a:r>
              <a:rPr lang="en-US" altLang="en-US" sz="4000" b="1" dirty="0">
                <a:solidFill>
                  <a:srgbClr val="004A99"/>
                </a:solidFill>
                <a:latin typeface="+mj-lt"/>
              </a:rPr>
              <a:t>Limitation:</a:t>
            </a:r>
          </a:p>
          <a:p>
            <a:pPr marL="342900" indent="-342900">
              <a:spcBef>
                <a:spcPts val="1100"/>
              </a:spcBef>
              <a:buFont typeface="Arial" panose="020B0604020202020204" pitchFamily="34" charset="0"/>
              <a:buChar char="•"/>
            </a:pPr>
            <a:r>
              <a:rPr lang="en-US" sz="2800" b="1" dirty="0">
                <a:latin typeface="+mj-lt"/>
              </a:rPr>
              <a:t>Lack of detailed genotype data:</a:t>
            </a:r>
            <a:r>
              <a:rPr lang="en-US" sz="2800" dirty="0">
                <a:latin typeface="+mj-lt"/>
              </a:rPr>
              <a:t> Although most participants were genetically confirmed, detailed KMT2A variant information (e.g., variant type, classification, molecular nomenclature) was not available. Caregiver-reported registries typically do not capture precise molecular findings, limiting genotype–phenotype correlation analyses</a:t>
            </a:r>
            <a:r>
              <a:rPr lang="en-US" sz="2800" b="0" i="0" u="none" strike="noStrike" dirty="0">
                <a:solidFill>
                  <a:srgbClr val="1A1C1E"/>
                </a:solidFill>
                <a:effectLst/>
                <a:latin typeface="+mj-lt"/>
              </a:rPr>
              <a:t>.</a:t>
            </a:r>
          </a:p>
          <a:p>
            <a:pPr marL="342900" indent="-342900">
              <a:buFont typeface="Arial" panose="020B0604020202020204" pitchFamily="34" charset="0"/>
              <a:buChar char="•"/>
            </a:pPr>
            <a:r>
              <a:rPr lang="en-US" sz="2800" b="1" dirty="0">
                <a:latin typeface="+mj-lt"/>
              </a:rPr>
              <a:t>Potential sample overlap with prior studies:</a:t>
            </a:r>
            <a:r>
              <a:rPr lang="en-US" sz="2800" dirty="0">
                <a:latin typeface="+mj-lt"/>
              </a:rPr>
              <a:t> Because registry participation is voluntary and international, some individuals may have been included in previous descriptive studies, and the proportion of overlap cannot be determined.</a:t>
            </a:r>
          </a:p>
          <a:p>
            <a:pPr marL="342900" indent="-342900">
              <a:buFont typeface="Arial" panose="020B0604020202020204" pitchFamily="34" charset="0"/>
              <a:buChar char="•"/>
            </a:pPr>
            <a:r>
              <a:rPr lang="en-US" sz="2800" b="1" dirty="0">
                <a:latin typeface="+mj-lt"/>
              </a:rPr>
              <a:t>Incomplete or missing responses:</a:t>
            </a:r>
            <a:r>
              <a:rPr lang="en-US" sz="2800" dirty="0">
                <a:latin typeface="+mj-lt"/>
              </a:rPr>
              <a:t> As with most voluntary registries, not all participants answered every question, which may underestimate true symptom prevalence.</a:t>
            </a:r>
          </a:p>
          <a:p>
            <a:pPr marL="342900" indent="-342900">
              <a:buFont typeface="Arial" panose="020B0604020202020204" pitchFamily="34" charset="0"/>
              <a:buChar char="•"/>
            </a:pPr>
            <a:r>
              <a:rPr lang="en-US" sz="2800" b="1" dirty="0">
                <a:latin typeface="+mj-lt"/>
              </a:rPr>
              <a:t>Reliance on caregiver-reported data:</a:t>
            </a:r>
            <a:r>
              <a:rPr lang="en-US" sz="2800" dirty="0">
                <a:latin typeface="+mj-lt"/>
              </a:rPr>
              <a:t> Information was self-reported and may lack clinical verification or standardized interpretation, particularly for complex genetic and medical details.</a:t>
            </a:r>
          </a:p>
          <a:p>
            <a:pPr algn="just"/>
            <a:r>
              <a:rPr lang="en-US" altLang="en-US" sz="4000" b="1" dirty="0">
                <a:solidFill>
                  <a:srgbClr val="004A99"/>
                </a:solidFill>
                <a:latin typeface="+mj-lt"/>
              </a:rPr>
              <a:t>Conclusion:</a:t>
            </a:r>
            <a:endParaRPr lang="en-US" altLang="en-US" sz="4000" dirty="0">
              <a:latin typeface="+mj-lt"/>
            </a:endParaRPr>
          </a:p>
          <a:p>
            <a:pPr>
              <a:spcAft>
                <a:spcPts val="1100"/>
              </a:spcAft>
            </a:pPr>
            <a:r>
              <a:rPr lang="en-US" sz="2800" dirty="0">
                <a:latin typeface="+mj-lt"/>
              </a:rPr>
              <a:t>The WDSTS Registry represents the largest caregiver-reported dataset for this condition and provides valuable insight into its multisystem involvement and developmental variability. Despite growing awareness, mild cases may remain undiagnosed, highlighting the need for improved recognition. Caregiver-reported data enhance understanding of the real-world clinical burden and support earlier diagnosis and coordinated management. These findings help define clinical benchmarks and inform future research and therapeutic development.</a:t>
            </a:r>
          </a:p>
          <a:p>
            <a:pPr algn="just">
              <a:spcAft>
                <a:spcPts val="1100"/>
              </a:spcAft>
            </a:pPr>
            <a:r>
              <a:rPr lang="en-US" altLang="en-US" sz="4000" b="1" dirty="0">
                <a:solidFill>
                  <a:srgbClr val="004A99"/>
                </a:solidFill>
                <a:latin typeface="+mj-lt"/>
              </a:rPr>
              <a:t>Bibliography</a:t>
            </a:r>
          </a:p>
          <a:p>
            <a:pPr marL="457200" indent="-457200">
              <a:buFont typeface="+mj-lt"/>
              <a:buAutoNum type="arabicPeriod"/>
            </a:pPr>
            <a:r>
              <a:rPr lang="en-US" sz="2000" dirty="0">
                <a:latin typeface="+mj-lt"/>
              </a:rPr>
              <a:t>Jones WD, </a:t>
            </a:r>
            <a:r>
              <a:rPr lang="en-US" sz="2000" dirty="0" err="1">
                <a:latin typeface="+mj-lt"/>
              </a:rPr>
              <a:t>Dafou</a:t>
            </a:r>
            <a:r>
              <a:rPr lang="en-US" sz="2000" dirty="0">
                <a:latin typeface="+mj-lt"/>
              </a:rPr>
              <a:t> D, </a:t>
            </a:r>
            <a:r>
              <a:rPr lang="en-US" sz="2000" dirty="0" err="1">
                <a:latin typeface="+mj-lt"/>
              </a:rPr>
              <a:t>McEntagart</a:t>
            </a:r>
            <a:r>
              <a:rPr lang="en-US" sz="2000" dirty="0">
                <a:latin typeface="+mj-lt"/>
              </a:rPr>
              <a:t> M, et al. De novo mutations in MLL cause Wiedemann-Steiner syndrome. </a:t>
            </a:r>
            <a:r>
              <a:rPr lang="en-US" sz="2000" i="1" dirty="0">
                <a:latin typeface="+mj-lt"/>
              </a:rPr>
              <a:t>Am J Hum Genet</a:t>
            </a:r>
            <a:r>
              <a:rPr lang="en-US" sz="2000" dirty="0">
                <a:latin typeface="+mj-lt"/>
              </a:rPr>
              <a:t>. 2012;91(2):358-364. doi:10.1016/j.ajhg.2012.06.008</a:t>
            </a:r>
          </a:p>
          <a:p>
            <a:pPr marL="457200" indent="-457200">
              <a:buFont typeface="+mj-lt"/>
              <a:buAutoNum type="arabicPeriod"/>
            </a:pPr>
            <a:r>
              <a:rPr lang="en-US" sz="2000" dirty="0">
                <a:latin typeface="+mj-lt"/>
              </a:rPr>
              <a:t> Edwards MJ, Crawford AE, Jammu V, Wise G. Hypertrichosis "cubiti" with facial asymmetry. </a:t>
            </a:r>
            <a:r>
              <a:rPr lang="en-US" sz="2000" i="1" dirty="0">
                <a:latin typeface="+mj-lt"/>
              </a:rPr>
              <a:t>Am J Med Genet</a:t>
            </a:r>
            <a:r>
              <a:rPr lang="en-US" sz="2000" dirty="0">
                <a:latin typeface="+mj-lt"/>
              </a:rPr>
              <a:t>. 1994;53(1):56-58. doi:10.1002/ajmg.1320530112</a:t>
            </a:r>
          </a:p>
          <a:p>
            <a:pPr marL="457200" indent="-457200">
              <a:buFont typeface="+mj-lt"/>
              <a:buAutoNum type="arabicPeriod"/>
            </a:pPr>
            <a:r>
              <a:rPr lang="en-US" sz="2000" dirty="0">
                <a:latin typeface="+mj-lt"/>
              </a:rPr>
              <a:t> Flannery DB, Fink SM, Francis G, Gilman PA. Hypertrichosis cubiti. </a:t>
            </a:r>
            <a:r>
              <a:rPr lang="en-US" sz="2000" i="1" dirty="0">
                <a:latin typeface="+mj-lt"/>
              </a:rPr>
              <a:t>Am J Med Genet</a:t>
            </a:r>
            <a:r>
              <a:rPr lang="en-US" sz="2000" dirty="0">
                <a:latin typeface="+mj-lt"/>
              </a:rPr>
              <a:t>. 1989;32(4):482-483. doi:10.1002/ajmg.1320320410</a:t>
            </a:r>
          </a:p>
          <a:p>
            <a:pPr marL="457200" indent="-457200">
              <a:buFont typeface="+mj-lt"/>
              <a:buAutoNum type="arabicPeriod"/>
            </a:pPr>
            <a:r>
              <a:rPr lang="en-US" sz="2000" dirty="0">
                <a:latin typeface="+mj-lt"/>
              </a:rPr>
              <a:t>MacDermot KD, Patton MA, Williams MJ, Winter RM. Hypertrichosis cubiti (hairy elbows) and short stature: a </a:t>
            </a:r>
            <a:r>
              <a:rPr lang="en-US" sz="2000" dirty="0" err="1">
                <a:latin typeface="+mj-lt"/>
              </a:rPr>
              <a:t>recognisable</a:t>
            </a:r>
            <a:r>
              <a:rPr lang="en-US" sz="2000" dirty="0">
                <a:latin typeface="+mj-lt"/>
              </a:rPr>
              <a:t> association. </a:t>
            </a:r>
            <a:r>
              <a:rPr lang="en-US" sz="2000" i="1" dirty="0">
                <a:latin typeface="+mj-lt"/>
              </a:rPr>
              <a:t>J Med Genet</a:t>
            </a:r>
            <a:r>
              <a:rPr lang="en-US" sz="2000" dirty="0">
                <a:latin typeface="+mj-lt"/>
              </a:rPr>
              <a:t>. 1989;26(6):382-385. doi:10.1136/jmg.26.6.382</a:t>
            </a:r>
            <a:br>
              <a:rPr lang="en-US" sz="2000" dirty="0"/>
            </a:br>
            <a:endParaRPr lang="en-US" altLang="en-US" sz="2000" b="1" dirty="0">
              <a:latin typeface="+mn-lt"/>
            </a:endParaRPr>
          </a:p>
          <a:p>
            <a:pPr eaLnBrk="1" hangingPunct="1">
              <a:spcBef>
                <a:spcPct val="50000"/>
              </a:spcBef>
            </a:pPr>
            <a:endParaRPr lang="en-US" altLang="en-US" sz="2400" b="1" dirty="0">
              <a:solidFill>
                <a:srgbClr val="004A99"/>
              </a:solidFill>
              <a:latin typeface="+mn-lt"/>
            </a:endParaRPr>
          </a:p>
        </p:txBody>
      </p:sp>
      <p:sp>
        <p:nvSpPr>
          <p:cNvPr id="14343" name="Text Box 14">
            <a:extLst>
              <a:ext uri="{FF2B5EF4-FFF2-40B4-BE49-F238E27FC236}">
                <a16:creationId xmlns:a16="http://schemas.microsoft.com/office/drawing/2014/main" id="{FEEA7473-7529-FABA-7D0E-C18F13F4C87B}"/>
              </a:ext>
            </a:extLst>
          </p:cNvPr>
          <p:cNvSpPr txBox="1">
            <a:spLocks noChangeArrowheads="1"/>
          </p:cNvSpPr>
          <p:nvPr/>
        </p:nvSpPr>
        <p:spPr bwMode="auto">
          <a:xfrm>
            <a:off x="9003944" y="3027650"/>
            <a:ext cx="25019001" cy="1266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235131" tIns="235131" rIns="235131" bIns="235131" anchor="ctr">
            <a:spAutoFit/>
          </a:bodyPr>
          <a:lstStyle>
            <a:lvl1pPr eaLnBrk="0" hangingPunct="0">
              <a:defRPr sz="3200">
                <a:solidFill>
                  <a:schemeClr val="tx1"/>
                </a:solidFill>
                <a:latin typeface="Helvetica" pitchFamily="2" charset="0"/>
                <a:ea typeface="ＭＳ Ｐゴシック" panose="020B0600070205080204" pitchFamily="34" charset="-128"/>
              </a:defRPr>
            </a:lvl1pPr>
            <a:lvl2pPr marL="742950" indent="-285750" eaLnBrk="0" hangingPunct="0">
              <a:defRPr sz="3200">
                <a:solidFill>
                  <a:schemeClr val="tx1"/>
                </a:solidFill>
                <a:latin typeface="Helvetica" pitchFamily="2" charset="0"/>
                <a:ea typeface="ＭＳ Ｐゴシック" panose="020B0600070205080204" pitchFamily="34" charset="-128"/>
              </a:defRPr>
            </a:lvl2pPr>
            <a:lvl3pPr marL="1143000" indent="-228600" eaLnBrk="0" hangingPunct="0">
              <a:defRPr sz="3200">
                <a:solidFill>
                  <a:schemeClr val="tx1"/>
                </a:solidFill>
                <a:latin typeface="Helvetica" pitchFamily="2" charset="0"/>
                <a:ea typeface="ＭＳ Ｐゴシック" panose="020B0600070205080204" pitchFamily="34" charset="-128"/>
              </a:defRPr>
            </a:lvl3pPr>
            <a:lvl4pPr marL="1600200" indent="-228600" eaLnBrk="0" hangingPunct="0">
              <a:defRPr sz="3200">
                <a:solidFill>
                  <a:schemeClr val="tx1"/>
                </a:solidFill>
                <a:latin typeface="Helvetica" pitchFamily="2" charset="0"/>
                <a:ea typeface="ＭＳ Ｐゴシック" panose="020B0600070205080204" pitchFamily="34" charset="-128"/>
              </a:defRPr>
            </a:lvl4pPr>
            <a:lvl5pPr marL="2057400" indent="-228600" eaLnBrk="0" hangingPunct="0">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9pPr>
          </a:lstStyle>
          <a:p>
            <a:pPr algn="ctr" eaLnBrk="1" hangingPunct="1">
              <a:spcBef>
                <a:spcPct val="50000"/>
              </a:spcBef>
              <a:spcAft>
                <a:spcPts val="514"/>
              </a:spcAft>
            </a:pPr>
            <a:r>
              <a:rPr lang="en-US" altLang="en-US" sz="5143" dirty="0">
                <a:solidFill>
                  <a:schemeClr val="bg1"/>
                </a:solidFill>
                <a:latin typeface="Avenir Medium" panose="02000503020000020003" pitchFamily="2" charset="0"/>
              </a:rPr>
              <a:t>Sarika Vemana, MS; </a:t>
            </a:r>
            <a:r>
              <a:rPr lang="en-US" altLang="en-US" sz="5143" dirty="0" err="1">
                <a:solidFill>
                  <a:schemeClr val="bg1"/>
                </a:solidFill>
                <a:latin typeface="Avenir Medium" panose="02000503020000020003" pitchFamily="2" charset="0"/>
              </a:rPr>
              <a:t>Suhila</a:t>
            </a:r>
            <a:r>
              <a:rPr lang="en-US" altLang="en-US" sz="5143" dirty="0">
                <a:solidFill>
                  <a:schemeClr val="bg1"/>
                </a:solidFill>
                <a:latin typeface="Avenir Medium" panose="02000503020000020003" pitchFamily="2" charset="0"/>
              </a:rPr>
              <a:t> </a:t>
            </a:r>
            <a:r>
              <a:rPr lang="en-US" altLang="en-US" sz="5143" dirty="0" err="1">
                <a:solidFill>
                  <a:schemeClr val="bg1"/>
                </a:solidFill>
                <a:latin typeface="Avenir Medium" panose="02000503020000020003" pitchFamily="2" charset="0"/>
              </a:rPr>
              <a:t>Sawesi</a:t>
            </a:r>
            <a:r>
              <a:rPr lang="en-US" altLang="en-US" sz="5143" dirty="0">
                <a:solidFill>
                  <a:schemeClr val="bg1"/>
                </a:solidFill>
                <a:latin typeface="Avenir Medium" panose="02000503020000020003" pitchFamily="2" charset="0"/>
              </a:rPr>
              <a:t>, PhD;</a:t>
            </a:r>
            <a:r>
              <a:rPr lang="en-US" dirty="0"/>
              <a:t> </a:t>
            </a:r>
            <a:r>
              <a:rPr lang="en-US" sz="5140" dirty="0">
                <a:solidFill>
                  <a:schemeClr val="bg1"/>
                </a:solidFill>
                <a:latin typeface="Avenir Medium" panose="02000503020000020003"/>
              </a:rPr>
              <a:t>Nadia Falah, MD</a:t>
            </a:r>
            <a:endParaRPr lang="en-US" altLang="en-US" sz="5140" dirty="0">
              <a:solidFill>
                <a:schemeClr val="bg1"/>
              </a:solidFill>
              <a:latin typeface="Avenir Medium" panose="02000503020000020003"/>
            </a:endParaRPr>
          </a:p>
        </p:txBody>
      </p:sp>
      <p:sp>
        <p:nvSpPr>
          <p:cNvPr id="3" name="Rectangle 180">
            <a:extLst>
              <a:ext uri="{FF2B5EF4-FFF2-40B4-BE49-F238E27FC236}">
                <a16:creationId xmlns:a16="http://schemas.microsoft.com/office/drawing/2014/main" id="{B0F07872-67B5-D431-69A0-D24A40FA2A51}"/>
              </a:ext>
            </a:extLst>
          </p:cNvPr>
          <p:cNvSpPr>
            <a:spLocks noChangeArrowheads="1"/>
          </p:cNvSpPr>
          <p:nvPr/>
        </p:nvSpPr>
        <p:spPr bwMode="auto">
          <a:xfrm>
            <a:off x="6762007" y="969294"/>
            <a:ext cx="30347394" cy="19205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nchor="ctr">
            <a:spAutoFit/>
          </a:bodyPr>
          <a:lstStyle/>
          <a:p>
            <a:pPr algn="ctr">
              <a:lnSpc>
                <a:spcPct val="90000"/>
              </a:lnSpc>
              <a:defRPr/>
            </a:pPr>
            <a:r>
              <a:rPr lang="en-US" sz="6600" b="1" dirty="0">
                <a:solidFill>
                  <a:schemeClr val="bg1"/>
                </a:solidFill>
              </a:rPr>
              <a:t>Seeing Wiedemann - Steiner Syndrome Through Caregivers’ Eyes: Global, </a:t>
            </a:r>
          </a:p>
          <a:p>
            <a:pPr algn="ctr">
              <a:lnSpc>
                <a:spcPct val="90000"/>
              </a:lnSpc>
              <a:defRPr/>
            </a:pPr>
            <a:r>
              <a:rPr lang="en-US" sz="6600" b="1" dirty="0">
                <a:solidFill>
                  <a:schemeClr val="bg1"/>
                </a:solidFill>
              </a:rPr>
              <a:t>“</a:t>
            </a:r>
            <a:r>
              <a:rPr lang="en-US" sz="6600" b="1" i="1" dirty="0">
                <a:solidFill>
                  <a:schemeClr val="bg1"/>
                </a:solidFill>
              </a:rPr>
              <a:t>Caregiver-Reported</a:t>
            </a:r>
            <a:r>
              <a:rPr lang="en-US" sz="6600" b="1" dirty="0">
                <a:solidFill>
                  <a:schemeClr val="bg1"/>
                </a:solidFill>
              </a:rPr>
              <a:t>” Insights from the WDSTS Registry</a:t>
            </a:r>
            <a:endParaRPr lang="en-US" sz="6600" b="1" dirty="0">
              <a:ln>
                <a:solidFill>
                  <a:schemeClr val="bg1"/>
                </a:solidFill>
              </a:ln>
              <a:solidFill>
                <a:schemeClr val="bg1"/>
              </a:solidFill>
              <a:latin typeface="Avenir Heavy"/>
              <a:ea typeface="ＭＳ Ｐゴシック" charset="0"/>
              <a:cs typeface="Avenir Heavy"/>
            </a:endParaRPr>
          </a:p>
        </p:txBody>
      </p:sp>
      <p:pic>
        <p:nvPicPr>
          <p:cNvPr id="4" name="Picture 3">
            <a:extLst>
              <a:ext uri="{FF2B5EF4-FFF2-40B4-BE49-F238E27FC236}">
                <a16:creationId xmlns:a16="http://schemas.microsoft.com/office/drawing/2014/main" id="{D9253FA8-549F-0CCF-4572-D73DDEBC4ED3}"/>
              </a:ext>
            </a:extLst>
          </p:cNvPr>
          <p:cNvPicPr>
            <a:picLocks noChangeAspect="1"/>
          </p:cNvPicPr>
          <p:nvPr/>
        </p:nvPicPr>
        <p:blipFill>
          <a:blip r:embed="rId4"/>
          <a:srcRect/>
          <a:stretch/>
        </p:blipFill>
        <p:spPr>
          <a:xfrm>
            <a:off x="1718769" y="679248"/>
            <a:ext cx="5043237" cy="3307578"/>
          </a:xfrm>
          <a:prstGeom prst="rect">
            <a:avLst/>
          </a:prstGeom>
        </p:spPr>
      </p:pic>
      <p:sp>
        <p:nvSpPr>
          <p:cNvPr id="18" name="Text Box 13">
            <a:extLst>
              <a:ext uri="{FF2B5EF4-FFF2-40B4-BE49-F238E27FC236}">
                <a16:creationId xmlns:a16="http://schemas.microsoft.com/office/drawing/2014/main" id="{A935E618-4280-4637-1244-09E537B8D1E5}"/>
              </a:ext>
            </a:extLst>
          </p:cNvPr>
          <p:cNvSpPr txBox="1">
            <a:spLocks noChangeArrowheads="1"/>
          </p:cNvSpPr>
          <p:nvPr/>
        </p:nvSpPr>
        <p:spPr bwMode="auto">
          <a:xfrm>
            <a:off x="22037322" y="5203614"/>
            <a:ext cx="10973596" cy="27410938"/>
          </a:xfrm>
          <a:prstGeom prst="rect">
            <a:avLst/>
          </a:prstGeom>
          <a:solidFill>
            <a:schemeClr val="bg1"/>
          </a:solidFill>
          <a:ln w="38100">
            <a:solidFill>
              <a:srgbClr val="000000"/>
            </a:solidFill>
            <a:round/>
            <a:headEnd/>
            <a:tailEnd/>
          </a:ln>
        </p:spPr>
        <p:txBody>
          <a:bodyPr lIns="783771" tIns="391886" rIns="783771" bIns="783771"/>
          <a:lstStyle>
            <a:lvl1pPr eaLnBrk="0" hangingPunct="0">
              <a:tabLst>
                <a:tab pos="635000"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635000"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635000"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635000"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635000"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9pPr>
          </a:lstStyle>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endParaRPr lang="en-US" sz="2400" b="1" i="1" dirty="0">
              <a:latin typeface="+mn-lt"/>
            </a:endParaRPr>
          </a:p>
          <a:p>
            <a:pPr algn="ctr"/>
            <a:endParaRPr lang="en-US" sz="1200" b="1" i="1" dirty="0">
              <a:latin typeface="+mj-lt"/>
            </a:endParaRPr>
          </a:p>
          <a:p>
            <a:pPr algn="ctr"/>
            <a:r>
              <a:rPr lang="en-US" sz="2400" b="1" i="1" dirty="0">
                <a:latin typeface="+mj-lt"/>
              </a:rPr>
              <a:t>Figure 4: </a:t>
            </a:r>
            <a:r>
              <a:rPr lang="en-US" sz="2400" i="1" dirty="0">
                <a:latin typeface="+mj-lt"/>
              </a:rPr>
              <a:t>Prevalence of Systemic issues of WSS Patients</a:t>
            </a:r>
          </a:p>
          <a:p>
            <a:endParaRPr lang="en-US" sz="1800" b="1" i="1" dirty="0">
              <a:latin typeface="+mn-lt"/>
            </a:endParaRPr>
          </a:p>
          <a:p>
            <a:endParaRPr lang="en-US" sz="2400" i="1" dirty="0">
              <a:latin typeface="+mn-lt"/>
            </a:endParaRPr>
          </a:p>
          <a:p>
            <a:r>
              <a:rPr lang="en-US" sz="2400" i="1" dirty="0">
                <a:latin typeface="+mn-lt"/>
              </a:rPr>
              <a:t> </a:t>
            </a:r>
            <a:endParaRPr lang="en-US" sz="2400" b="0" i="1" dirty="0">
              <a:effectLst/>
            </a:endParaRPr>
          </a:p>
          <a:p>
            <a:pPr marL="285750" indent="-285750" rtl="0">
              <a:buFont typeface="Arial" panose="020B0604020202020204" pitchFamily="34" charset="0"/>
              <a:buChar char="•"/>
            </a:pPr>
            <a:endParaRPr lang="en-US" sz="2800" b="0" i="0" u="none" strike="noStrike" dirty="0">
              <a:solidFill>
                <a:srgbClr val="000000"/>
              </a:solidFill>
              <a:effectLst/>
              <a:latin typeface="Times New Roman" panose="02020603050405020304" pitchFamily="18" charset="0"/>
            </a:endParaRPr>
          </a:p>
          <a:p>
            <a:pPr marL="355600"/>
            <a:endParaRPr lang="en-US" sz="2800" dirty="0">
              <a:latin typeface="+mn-lt"/>
            </a:endParaRPr>
          </a:p>
          <a:p>
            <a:pPr marL="355600"/>
            <a:endParaRPr lang="en-US" sz="2800" dirty="0">
              <a:latin typeface="+mn-lt"/>
            </a:endParaRPr>
          </a:p>
          <a:p>
            <a:pPr rtl="0"/>
            <a:endParaRPr lang="en-US" sz="2800" dirty="0">
              <a:latin typeface="+mn-lt"/>
            </a:endParaRPr>
          </a:p>
          <a:p>
            <a:pPr rtl="0"/>
            <a:endParaRPr lang="en-US" sz="2800" dirty="0">
              <a:solidFill>
                <a:srgbClr val="000000"/>
              </a:solidFill>
              <a:latin typeface="Times New Roman" panose="02020603050405020304" pitchFamily="18" charset="0"/>
            </a:endParaRPr>
          </a:p>
          <a:p>
            <a:pPr marL="285750" indent="-285750" rtl="0">
              <a:buFont typeface="Arial" panose="020B0604020202020204" pitchFamily="34" charset="0"/>
              <a:buChar char="•"/>
            </a:pPr>
            <a:endParaRPr lang="en-US" sz="2800" b="0" i="0" u="none" strike="noStrike" dirty="0">
              <a:solidFill>
                <a:srgbClr val="000000"/>
              </a:solidFill>
              <a:effectLst/>
              <a:latin typeface="Times New Roman" panose="02020603050405020304" pitchFamily="18" charset="0"/>
            </a:endParaRPr>
          </a:p>
          <a:p>
            <a:pPr marL="285750" indent="-285750" rtl="0">
              <a:buFont typeface="Arial" panose="020B0604020202020204" pitchFamily="34" charset="0"/>
              <a:buChar char="•"/>
            </a:pPr>
            <a:endParaRPr lang="en-US" sz="2800" dirty="0">
              <a:solidFill>
                <a:srgbClr val="000000"/>
              </a:solidFill>
              <a:latin typeface="Times New Roman" panose="02020603050405020304" pitchFamily="18" charset="0"/>
            </a:endParaRPr>
          </a:p>
          <a:p>
            <a:pPr marL="285750" indent="-285750" rtl="0">
              <a:buFont typeface="Arial" panose="020B0604020202020204" pitchFamily="34" charset="0"/>
              <a:buChar char="•"/>
            </a:pPr>
            <a:endParaRPr lang="en-US" sz="2800" b="0" i="0" u="none" strike="noStrike" dirty="0">
              <a:solidFill>
                <a:srgbClr val="000000"/>
              </a:solidFill>
              <a:effectLst/>
              <a:latin typeface="Times New Roman" panose="02020603050405020304" pitchFamily="18" charset="0"/>
            </a:endParaRPr>
          </a:p>
          <a:p>
            <a:pPr marL="285750" indent="-285750" rtl="0">
              <a:buFont typeface="Arial" panose="020B0604020202020204" pitchFamily="34" charset="0"/>
              <a:buChar char="•"/>
            </a:pPr>
            <a:endParaRPr lang="en-US" sz="2800" dirty="0">
              <a:solidFill>
                <a:srgbClr val="000000"/>
              </a:solidFill>
              <a:latin typeface="Times New Roman" panose="02020603050405020304" pitchFamily="18" charset="0"/>
            </a:endParaRPr>
          </a:p>
          <a:p>
            <a:pPr marL="285750" indent="-285750" rtl="0">
              <a:buFont typeface="Arial" panose="020B0604020202020204" pitchFamily="34" charset="0"/>
              <a:buChar char="•"/>
            </a:pPr>
            <a:endParaRPr lang="en-US" sz="2800" b="0" i="0" u="none" strike="noStrike" dirty="0">
              <a:solidFill>
                <a:srgbClr val="000000"/>
              </a:solidFill>
              <a:effectLst/>
              <a:latin typeface="Times New Roman" panose="02020603050405020304" pitchFamily="18" charset="0"/>
            </a:endParaRPr>
          </a:p>
          <a:p>
            <a:pPr rtl="0"/>
            <a:endParaRPr lang="en-US" sz="2800" b="0" i="0" u="none" strike="noStrike" dirty="0">
              <a:solidFill>
                <a:srgbClr val="000000"/>
              </a:solidFill>
              <a:effectLst/>
              <a:latin typeface="Times New Roman" panose="02020603050405020304" pitchFamily="18" charset="0"/>
            </a:endParaRPr>
          </a:p>
          <a:p>
            <a:pPr algn="ctr"/>
            <a:r>
              <a:rPr lang="en-US" sz="2400" b="1" i="1" dirty="0">
                <a:latin typeface="+mj-lt"/>
              </a:rPr>
              <a:t>Figure 5: </a:t>
            </a:r>
            <a:r>
              <a:rPr lang="en-US" sz="2400" i="1" dirty="0">
                <a:latin typeface="+mj-lt"/>
              </a:rPr>
              <a:t>Median and mean age of milestones per number of participants</a:t>
            </a:r>
            <a:endParaRPr lang="en-US" sz="2800" dirty="0">
              <a:latin typeface="+mj-lt"/>
            </a:endParaRPr>
          </a:p>
          <a:p>
            <a:pPr marL="285750" indent="-285750">
              <a:buFont typeface="Arial" panose="020B0604020202020204" pitchFamily="34" charset="0"/>
              <a:buChar char="•"/>
            </a:pPr>
            <a:r>
              <a:rPr lang="en-US" sz="2800" dirty="0">
                <a:latin typeface="+mj-lt"/>
              </a:rPr>
              <a:t>Developmental milestones demonstrate global delay, with median walking and single-word speech at 1.5 yrs, phrase speech at 2.5 yrs, and toileting milestones later at 4 - 4.5 yrs, highlighting persistent neurodevelopmental impact in genetically confirmed WDSTS.</a:t>
            </a:r>
            <a:r>
              <a:rPr lang="en-US" sz="2800" b="0" i="0" u="none" strike="noStrike" dirty="0">
                <a:solidFill>
                  <a:srgbClr val="000000"/>
                </a:solidFill>
                <a:effectLst/>
                <a:latin typeface="+mj-lt"/>
              </a:rPr>
              <a:t> </a:t>
            </a:r>
            <a:endParaRPr lang="en-US" sz="2400" b="1" i="1" dirty="0">
              <a:solidFill>
                <a:srgbClr val="000000"/>
              </a:solidFill>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marL="285750" indent="-285750" rtl="0">
              <a:buFont typeface="Arial" panose="020B0604020202020204" pitchFamily="34" charset="0"/>
              <a:buChar char="•"/>
            </a:pPr>
            <a:endParaRPr lang="en-US" sz="2800" b="0" i="0" u="none" strike="noStrike" dirty="0">
              <a:solidFill>
                <a:srgbClr val="000000"/>
              </a:solidFill>
              <a:effectLst/>
              <a:latin typeface="Times New Roman" panose="02020603050405020304" pitchFamily="18" charset="0"/>
            </a:endParaRPr>
          </a:p>
          <a:p>
            <a:pPr marL="285750" indent="-285750" rtl="0">
              <a:buFont typeface="Arial" panose="020B0604020202020204" pitchFamily="34" charset="0"/>
              <a:buChar char="•"/>
            </a:pPr>
            <a:endParaRPr lang="en-US" sz="2800" dirty="0">
              <a:solidFill>
                <a:srgbClr val="000000"/>
              </a:solidFill>
              <a:latin typeface="Times New Roman" panose="02020603050405020304" pitchFamily="18" charset="0"/>
            </a:endParaRPr>
          </a:p>
          <a:p>
            <a:pPr marL="285750" indent="-285750" rtl="0">
              <a:buFont typeface="Arial" panose="020B0604020202020204" pitchFamily="34" charset="0"/>
              <a:buChar char="•"/>
            </a:pPr>
            <a:endParaRPr lang="en-US" sz="2800" dirty="0">
              <a:solidFill>
                <a:srgbClr val="000000"/>
              </a:solidFill>
              <a:latin typeface="Times New Roman" panose="02020603050405020304" pitchFamily="18" charset="0"/>
            </a:endParaRPr>
          </a:p>
          <a:p>
            <a:pPr algn="ctr"/>
            <a:endParaRPr lang="en-US" sz="2400" i="1" dirty="0">
              <a:solidFill>
                <a:srgbClr val="000000"/>
              </a:solidFill>
              <a:latin typeface="+mj-lt"/>
            </a:endParaRPr>
          </a:p>
          <a:p>
            <a:pPr lvl="1"/>
            <a:endParaRPr lang="en-US" sz="2400" b="1" i="1" dirty="0">
              <a:solidFill>
                <a:srgbClr val="000000"/>
              </a:solidFill>
              <a:latin typeface="+mj-lt"/>
            </a:endParaRPr>
          </a:p>
          <a:p>
            <a:pPr lvl="1"/>
            <a:r>
              <a:rPr lang="en-US" sz="2400" b="1" i="1" dirty="0">
                <a:solidFill>
                  <a:srgbClr val="000000"/>
                </a:solidFill>
                <a:latin typeface="+mj-lt"/>
              </a:rPr>
              <a:t>Figure 6: </a:t>
            </a:r>
            <a:r>
              <a:rPr lang="en-US" sz="2400" i="1" dirty="0">
                <a:latin typeface="+mj-lt"/>
              </a:rPr>
              <a:t>Frequencies of the reasons that the participant had surgery</a:t>
            </a:r>
            <a:endParaRPr lang="en-US" sz="2400" b="1" i="1" dirty="0">
              <a:solidFill>
                <a:srgbClr val="000000"/>
              </a:solidFill>
              <a:latin typeface="+mj-lt"/>
            </a:endParaRPr>
          </a:p>
          <a:p>
            <a:pPr lvl="1"/>
            <a:endParaRPr lang="en-US" sz="800" b="1" i="1" dirty="0">
              <a:solidFill>
                <a:srgbClr val="000000"/>
              </a:solidFill>
              <a:latin typeface="+mj-lt"/>
            </a:endParaRPr>
          </a:p>
          <a:p>
            <a:pPr lvl="1"/>
            <a:r>
              <a:rPr lang="en-US" sz="2400" b="1" i="1" dirty="0">
                <a:solidFill>
                  <a:srgbClr val="000000"/>
                </a:solidFill>
                <a:latin typeface="+mj-lt"/>
              </a:rPr>
              <a:t>Table 1: </a:t>
            </a:r>
            <a:r>
              <a:rPr lang="en-US" sz="2400" i="1" dirty="0">
                <a:latin typeface="+mj-lt"/>
              </a:rPr>
              <a:t>Number and percentage of participants receiving therapies as reported in the registry as of October 2021.</a:t>
            </a:r>
            <a:r>
              <a:rPr lang="en-US" sz="2400" i="1" dirty="0">
                <a:solidFill>
                  <a:srgbClr val="000000"/>
                </a:solidFill>
                <a:latin typeface="+mj-lt"/>
              </a:rPr>
              <a:t>(n = 166)</a:t>
            </a:r>
          </a:p>
          <a:p>
            <a:pPr marL="285750" indent="-285750" rtl="0">
              <a:buFont typeface="Arial" panose="020B0604020202020204" pitchFamily="34" charset="0"/>
              <a:buChar char="•"/>
            </a:pPr>
            <a:endParaRPr lang="en-US" sz="1400" b="0" i="0" u="none" strike="noStrike" dirty="0">
              <a:solidFill>
                <a:srgbClr val="000000"/>
              </a:solidFill>
              <a:effectLst/>
              <a:latin typeface="Times New Roman" panose="02020603050405020304" pitchFamily="18" charset="0"/>
            </a:endParaRPr>
          </a:p>
          <a:p>
            <a:pPr marL="285750" indent="-285750" rtl="0">
              <a:buFont typeface="Arial" panose="020B0604020202020204" pitchFamily="34" charset="0"/>
              <a:buChar char="•"/>
            </a:pPr>
            <a:endParaRPr lang="en-US" sz="2800" dirty="0">
              <a:solidFill>
                <a:srgbClr val="000000"/>
              </a:solidFill>
              <a:latin typeface="Times New Roman" panose="02020603050405020304" pitchFamily="18" charset="0"/>
            </a:endParaRPr>
          </a:p>
          <a:p>
            <a:pPr marL="285750" indent="-285750" rtl="0">
              <a:buFont typeface="Arial" panose="020B0604020202020204" pitchFamily="34" charset="0"/>
              <a:buChar char="•"/>
            </a:pPr>
            <a:endParaRPr lang="en-US" sz="2800" b="0" i="0" u="none" strike="noStrike" dirty="0">
              <a:solidFill>
                <a:srgbClr val="000000"/>
              </a:solidFill>
              <a:effectLst/>
              <a:latin typeface="Times New Roman" panose="02020603050405020304" pitchFamily="18" charset="0"/>
            </a:endParaRPr>
          </a:p>
          <a:p>
            <a:pPr marL="285750" indent="-285750" rtl="0">
              <a:buFont typeface="Arial" panose="020B0604020202020204" pitchFamily="34" charset="0"/>
              <a:buChar char="•"/>
            </a:pPr>
            <a:endParaRPr lang="en-US" sz="2800" dirty="0">
              <a:solidFill>
                <a:srgbClr val="000000"/>
              </a:solidFill>
              <a:latin typeface="Times New Roman" panose="02020603050405020304" pitchFamily="18" charset="0"/>
            </a:endParaRPr>
          </a:p>
          <a:p>
            <a:pPr marL="285750" indent="-285750" rtl="0">
              <a:buFont typeface="Arial" panose="020B0604020202020204" pitchFamily="34" charset="0"/>
              <a:buChar char="•"/>
            </a:pPr>
            <a:endParaRPr lang="en-US" sz="2800" b="0" i="0" u="none" strike="noStrike" dirty="0">
              <a:solidFill>
                <a:srgbClr val="000000"/>
              </a:solidFill>
              <a:effectLst/>
              <a:latin typeface="Times New Roman" panose="02020603050405020304" pitchFamily="18" charset="0"/>
            </a:endParaRPr>
          </a:p>
          <a:p>
            <a:pPr rtl="0"/>
            <a:endParaRPr lang="en-US" sz="2800" dirty="0">
              <a:solidFill>
                <a:srgbClr val="000000"/>
              </a:solidFill>
              <a:latin typeface="Times New Roman" panose="02020603050405020304" pitchFamily="18" charset="0"/>
            </a:endParaRPr>
          </a:p>
          <a:p>
            <a:pPr marL="342900" indent="-342900" rtl="0">
              <a:buFont typeface="Arial" panose="020B0604020202020204" pitchFamily="34" charset="0"/>
              <a:buChar char="•"/>
            </a:pPr>
            <a:endParaRPr lang="en-US" sz="2800" b="0" dirty="0">
              <a:effectLst/>
            </a:endParaRPr>
          </a:p>
          <a:p>
            <a:pPr>
              <a:buNone/>
            </a:pPr>
            <a:br>
              <a:rPr lang="en-US" sz="2800" dirty="0"/>
            </a:br>
            <a:endParaRPr lang="en-US" altLang="en-US" sz="2800" b="1" dirty="0">
              <a:solidFill>
                <a:srgbClr val="004A99"/>
              </a:solidFill>
              <a:latin typeface="Avenir Heavy" panose="02000503020000020003" pitchFamily="2" charset="0"/>
            </a:endParaRPr>
          </a:p>
        </p:txBody>
      </p:sp>
      <p:pic>
        <p:nvPicPr>
          <p:cNvPr id="7" name="Picture 6">
            <a:extLst>
              <a:ext uri="{FF2B5EF4-FFF2-40B4-BE49-F238E27FC236}">
                <a16:creationId xmlns:a16="http://schemas.microsoft.com/office/drawing/2014/main" id="{702A2AE5-20CD-DBDE-FF26-BB41F78DBAAE}"/>
              </a:ext>
            </a:extLst>
          </p:cNvPr>
          <p:cNvPicPr>
            <a:picLocks noChangeAspect="1"/>
          </p:cNvPicPr>
          <p:nvPr/>
        </p:nvPicPr>
        <p:blipFill>
          <a:blip r:embed="rId5"/>
          <a:stretch>
            <a:fillRect/>
          </a:stretch>
        </p:blipFill>
        <p:spPr>
          <a:xfrm>
            <a:off x="11738977" y="7349673"/>
            <a:ext cx="5502618" cy="5502618"/>
          </a:xfrm>
          <a:prstGeom prst="rect">
            <a:avLst/>
          </a:prstGeom>
        </p:spPr>
      </p:pic>
      <p:pic>
        <p:nvPicPr>
          <p:cNvPr id="16" name="Picture 15">
            <a:extLst>
              <a:ext uri="{FF2B5EF4-FFF2-40B4-BE49-F238E27FC236}">
                <a16:creationId xmlns:a16="http://schemas.microsoft.com/office/drawing/2014/main" id="{1301DBAB-C01B-897F-9979-AD87DA5138F1}"/>
              </a:ext>
            </a:extLst>
          </p:cNvPr>
          <p:cNvPicPr>
            <a:picLocks noChangeAspect="1"/>
          </p:cNvPicPr>
          <p:nvPr/>
        </p:nvPicPr>
        <p:blipFill>
          <a:blip r:embed="rId6"/>
          <a:stretch>
            <a:fillRect/>
          </a:stretch>
        </p:blipFill>
        <p:spPr>
          <a:xfrm>
            <a:off x="24734997" y="5361733"/>
            <a:ext cx="5487165" cy="5487165"/>
          </a:xfrm>
          <a:prstGeom prst="rect">
            <a:avLst/>
          </a:prstGeom>
        </p:spPr>
      </p:pic>
      <p:pic>
        <p:nvPicPr>
          <p:cNvPr id="30" name="Picture 29">
            <a:extLst>
              <a:ext uri="{FF2B5EF4-FFF2-40B4-BE49-F238E27FC236}">
                <a16:creationId xmlns:a16="http://schemas.microsoft.com/office/drawing/2014/main" id="{D666F0D5-A4BC-BC3C-1036-C26C5CB76A8E}"/>
              </a:ext>
            </a:extLst>
          </p:cNvPr>
          <p:cNvPicPr>
            <a:picLocks noChangeAspect="1"/>
          </p:cNvPicPr>
          <p:nvPr/>
        </p:nvPicPr>
        <p:blipFill>
          <a:blip r:embed="rId7"/>
          <a:stretch>
            <a:fillRect/>
          </a:stretch>
        </p:blipFill>
        <p:spPr>
          <a:xfrm>
            <a:off x="11738977" y="25657150"/>
            <a:ext cx="8868766" cy="4518050"/>
          </a:xfrm>
          <a:prstGeom prst="rect">
            <a:avLst/>
          </a:prstGeom>
          <a:ln>
            <a:solidFill>
              <a:schemeClr val="tx1"/>
            </a:solidFill>
          </a:ln>
        </p:spPr>
      </p:pic>
      <p:pic>
        <p:nvPicPr>
          <p:cNvPr id="37" name="Picture 36">
            <a:extLst>
              <a:ext uri="{FF2B5EF4-FFF2-40B4-BE49-F238E27FC236}">
                <a16:creationId xmlns:a16="http://schemas.microsoft.com/office/drawing/2014/main" id="{21EAA24D-E5A4-6789-1B1F-A6055A1ABB9E}"/>
              </a:ext>
            </a:extLst>
          </p:cNvPr>
          <p:cNvPicPr>
            <a:picLocks noChangeAspect="1"/>
          </p:cNvPicPr>
          <p:nvPr/>
        </p:nvPicPr>
        <p:blipFill>
          <a:blip r:embed="rId8"/>
          <a:stretch>
            <a:fillRect/>
          </a:stretch>
        </p:blipFill>
        <p:spPr>
          <a:xfrm>
            <a:off x="23640607" y="26970287"/>
            <a:ext cx="8257038" cy="5644265"/>
          </a:xfrm>
          <a:prstGeom prst="rect">
            <a:avLst/>
          </a:prstGeom>
        </p:spPr>
      </p:pic>
      <p:pic>
        <p:nvPicPr>
          <p:cNvPr id="10" name="Picture 9">
            <a:extLst>
              <a:ext uri="{FF2B5EF4-FFF2-40B4-BE49-F238E27FC236}">
                <a16:creationId xmlns:a16="http://schemas.microsoft.com/office/drawing/2014/main" id="{C2E7ACF8-AA2A-0A45-9875-888CB4B960F6}"/>
              </a:ext>
            </a:extLst>
          </p:cNvPr>
          <p:cNvPicPr>
            <a:picLocks noChangeAspect="1"/>
          </p:cNvPicPr>
          <p:nvPr/>
        </p:nvPicPr>
        <p:blipFill>
          <a:blip r:embed="rId9"/>
          <a:stretch>
            <a:fillRect/>
          </a:stretch>
        </p:blipFill>
        <p:spPr>
          <a:xfrm>
            <a:off x="12540093" y="17238003"/>
            <a:ext cx="6419720" cy="5502618"/>
          </a:xfrm>
          <a:prstGeom prst="rect">
            <a:avLst/>
          </a:prstGeom>
        </p:spPr>
      </p:pic>
      <p:pic>
        <p:nvPicPr>
          <p:cNvPr id="13" name="Picture 12">
            <a:extLst>
              <a:ext uri="{FF2B5EF4-FFF2-40B4-BE49-F238E27FC236}">
                <a16:creationId xmlns:a16="http://schemas.microsoft.com/office/drawing/2014/main" id="{DA5E7EA1-F5A5-EEC5-FB7F-C00479CBED0A}"/>
              </a:ext>
            </a:extLst>
          </p:cNvPr>
          <p:cNvPicPr>
            <a:picLocks noChangeAspect="1"/>
          </p:cNvPicPr>
          <p:nvPr/>
        </p:nvPicPr>
        <p:blipFill>
          <a:blip r:embed="rId10"/>
          <a:stretch>
            <a:fillRect/>
          </a:stretch>
        </p:blipFill>
        <p:spPr>
          <a:xfrm>
            <a:off x="23924357" y="11566037"/>
            <a:ext cx="7199527" cy="5399645"/>
          </a:xfrm>
          <a:prstGeom prst="rect">
            <a:avLst/>
          </a:prstGeom>
        </p:spPr>
      </p:pic>
      <p:pic>
        <p:nvPicPr>
          <p:cNvPr id="15" name="Picture 14">
            <a:extLst>
              <a:ext uri="{FF2B5EF4-FFF2-40B4-BE49-F238E27FC236}">
                <a16:creationId xmlns:a16="http://schemas.microsoft.com/office/drawing/2014/main" id="{3A99E00C-E2DB-3F25-920E-43F10DFE97B5}"/>
              </a:ext>
            </a:extLst>
          </p:cNvPr>
          <p:cNvPicPr>
            <a:picLocks noChangeAspect="1"/>
          </p:cNvPicPr>
          <p:nvPr/>
        </p:nvPicPr>
        <p:blipFill>
          <a:blip r:embed="rId11"/>
          <a:stretch>
            <a:fillRect/>
          </a:stretch>
        </p:blipFill>
        <p:spPr>
          <a:xfrm>
            <a:off x="24613757" y="19576866"/>
            <a:ext cx="6080284" cy="6080284"/>
          </a:xfrm>
          <a:prstGeom prst="rect">
            <a:avLst/>
          </a:prstGeom>
        </p:spPr>
      </p:pic>
      <p:sp>
        <p:nvSpPr>
          <p:cNvPr id="17" name="TextBox 16">
            <a:extLst>
              <a:ext uri="{FF2B5EF4-FFF2-40B4-BE49-F238E27FC236}">
                <a16:creationId xmlns:a16="http://schemas.microsoft.com/office/drawing/2014/main" id="{5AF9D99D-6ABD-A7F8-BC0A-A8F37A268647}"/>
              </a:ext>
            </a:extLst>
          </p:cNvPr>
          <p:cNvSpPr txBox="1"/>
          <p:nvPr/>
        </p:nvSpPr>
        <p:spPr>
          <a:xfrm>
            <a:off x="17668061" y="8481084"/>
            <a:ext cx="3534994" cy="17543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3600" b="1" dirty="0">
                <a:latin typeface="+mj-lt"/>
              </a:rPr>
              <a:t>Median Age at Diagnosis: 5 Years</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themeOverride>
</file>

<file path=docProps/app.xml><?xml version="1.0" encoding="utf-8"?>
<Properties xmlns="http://schemas.openxmlformats.org/officeDocument/2006/extended-properties" xmlns:vt="http://schemas.openxmlformats.org/officeDocument/2006/docPropsVTypes">
  <TotalTime>6492</TotalTime>
  <Words>1197</Words>
  <Application>Microsoft Office PowerPoint</Application>
  <PresentationFormat>Custom</PresentationFormat>
  <Paragraphs>163</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ＭＳ Ｐゴシック</vt:lpstr>
      <vt:lpstr>Arial</vt:lpstr>
      <vt:lpstr>Avenir Heavy</vt:lpstr>
      <vt:lpstr>Avenir Medium</vt:lpstr>
      <vt:lpstr>Calibri</vt:lpstr>
      <vt:lpstr>Helvetica</vt:lpstr>
      <vt:lpstr>Times New Roman</vt:lpstr>
      <vt:lpstr>Default Design</vt:lpstr>
      <vt:lpstr>PowerPoint Presentation</vt:lpstr>
    </vt:vector>
  </TitlesOfParts>
  <Manager/>
  <Company/>
  <LinksUpToDate>false</LinksUpToDate>
  <SharedDoc>false</SharedDoc>
  <HyperlinkBase>https://colinpurrington.com/tips/poster-design</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Horizontal conference poster template</dc:title>
  <dc:subject>conference poster</dc:subject>
  <dc:creator>Colin Purrington</dc:creator>
  <cp:keywords>poster, conference, session, meeting, symposium, research, presentation</cp:keywords>
  <dc:description>Copyright Colin Purrington 2019</dc:description>
  <cp:lastModifiedBy>sarika vemana</cp:lastModifiedBy>
  <cp:revision>585</cp:revision>
  <cp:lastPrinted>2011-10-30T12:54:45Z</cp:lastPrinted>
  <dcterms:created xsi:type="dcterms:W3CDTF">2012-06-12T14:08:55Z</dcterms:created>
  <dcterms:modified xsi:type="dcterms:W3CDTF">2026-02-25T00:27:56Z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Colin Purrington</vt:lpwstr>
  </property>
</Properties>
</file>